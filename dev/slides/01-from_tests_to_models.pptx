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57" r:id="rId4"/>
    <p:sldId id="258" r:id="rId5"/>
    <p:sldId id="259" r:id="rId6"/>
    <p:sldId id="260" r:id="rId7"/>
    <p:sldId id="261" r:id="rId8"/>
    <p:sldId id="262"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829D44-E762-45B9-A413-D10F6D699C23}" v="702" dt="2026-03-05T20:46:18.4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e Scanzi" userId="62728386-05dc-46e9-94a0-316b41281921" providerId="ADAL" clId="{8D6CE834-E1DA-4A40-9A07-D00F6680134A}"/>
    <pc:docChg chg="undo custSel addSld delSld modSld sldOrd">
      <pc:chgData name="Daniele Scanzi" userId="62728386-05dc-46e9-94a0-316b41281921" providerId="ADAL" clId="{8D6CE834-E1DA-4A40-9A07-D00F6680134A}" dt="2026-03-05T20:47:15.004" v="3804" actId="20577"/>
      <pc:docMkLst>
        <pc:docMk/>
      </pc:docMkLst>
      <pc:sldChg chg="addSp delSp modSp new mod">
        <pc:chgData name="Daniele Scanzi" userId="62728386-05dc-46e9-94a0-316b41281921" providerId="ADAL" clId="{8D6CE834-E1DA-4A40-9A07-D00F6680134A}" dt="2026-03-04T21:09:07.329" v="3651" actId="14826"/>
        <pc:sldMkLst>
          <pc:docMk/>
          <pc:sldMk cId="2489751440" sldId="259"/>
        </pc:sldMkLst>
        <pc:spChg chg="add mod">
          <ac:chgData name="Daniele Scanzi" userId="62728386-05dc-46e9-94a0-316b41281921" providerId="ADAL" clId="{8D6CE834-E1DA-4A40-9A07-D00F6680134A}" dt="2026-02-25T03:39:07.929" v="45" actId="114"/>
          <ac:spMkLst>
            <pc:docMk/>
            <pc:sldMk cId="2489751440" sldId="259"/>
            <ac:spMk id="9" creationId="{8C0F8C33-6998-2D97-761F-14A30D0154FA}"/>
          </ac:spMkLst>
        </pc:spChg>
        <pc:picChg chg="add mod">
          <ac:chgData name="Daniele Scanzi" userId="62728386-05dc-46e9-94a0-316b41281921" providerId="ADAL" clId="{8D6CE834-E1DA-4A40-9A07-D00F6680134A}" dt="2026-03-04T21:09:07.329" v="3651" actId="14826"/>
          <ac:picMkLst>
            <pc:docMk/>
            <pc:sldMk cId="2489751440" sldId="259"/>
            <ac:picMk id="7" creationId="{C32D3841-2910-A614-0C37-54A9726B8634}"/>
          </ac:picMkLst>
        </pc:picChg>
      </pc:sldChg>
      <pc:sldChg chg="addSp delSp modSp new mod">
        <pc:chgData name="Daniele Scanzi" userId="62728386-05dc-46e9-94a0-316b41281921" providerId="ADAL" clId="{8D6CE834-E1DA-4A40-9A07-D00F6680134A}" dt="2026-02-25T21:10:02.666" v="503" actId="572"/>
        <pc:sldMkLst>
          <pc:docMk/>
          <pc:sldMk cId="436364435" sldId="260"/>
        </pc:sldMkLst>
        <pc:spChg chg="mod">
          <ac:chgData name="Daniele Scanzi" userId="62728386-05dc-46e9-94a0-316b41281921" providerId="ADAL" clId="{8D6CE834-E1DA-4A40-9A07-D00F6680134A}" dt="2026-02-25T21:00:43.961" v="99" actId="20577"/>
          <ac:spMkLst>
            <pc:docMk/>
            <pc:sldMk cId="436364435" sldId="260"/>
            <ac:spMk id="2" creationId="{04BA29E7-5690-C569-DD8C-2B7D79D8185A}"/>
          </ac:spMkLst>
        </pc:spChg>
        <pc:graphicFrameChg chg="add mod modGraphic">
          <ac:chgData name="Daniele Scanzi" userId="62728386-05dc-46e9-94a0-316b41281921" providerId="ADAL" clId="{8D6CE834-E1DA-4A40-9A07-D00F6680134A}" dt="2026-02-25T21:10:02.666" v="503" actId="572"/>
          <ac:graphicFrameMkLst>
            <pc:docMk/>
            <pc:sldMk cId="436364435" sldId="260"/>
            <ac:graphicFrameMk id="5" creationId="{4AAFDBA2-833A-00C4-FA63-D149A856BDD5}"/>
          </ac:graphicFrameMkLst>
        </pc:graphicFrameChg>
      </pc:sldChg>
      <pc:sldChg chg="addSp modSp add mod">
        <pc:chgData name="Daniele Scanzi" userId="62728386-05dc-46e9-94a0-316b41281921" providerId="ADAL" clId="{8D6CE834-E1DA-4A40-9A07-D00F6680134A}" dt="2026-02-25T21:10:22.172" v="508" actId="572"/>
        <pc:sldMkLst>
          <pc:docMk/>
          <pc:sldMk cId="4294346649" sldId="261"/>
        </pc:sldMkLst>
        <pc:spChg chg="add mod">
          <ac:chgData name="Daniele Scanzi" userId="62728386-05dc-46e9-94a0-316b41281921" providerId="ADAL" clId="{8D6CE834-E1DA-4A40-9A07-D00F6680134A}" dt="2026-02-25T21:08:37.194" v="499" actId="1076"/>
          <ac:spMkLst>
            <pc:docMk/>
            <pc:sldMk cId="4294346649" sldId="261"/>
            <ac:spMk id="3" creationId="{8F257AA6-7BAF-40EA-0909-DB2FB5A3A2BF}"/>
          </ac:spMkLst>
        </pc:spChg>
        <pc:graphicFrameChg chg="mod modGraphic">
          <ac:chgData name="Daniele Scanzi" userId="62728386-05dc-46e9-94a0-316b41281921" providerId="ADAL" clId="{8D6CE834-E1DA-4A40-9A07-D00F6680134A}" dt="2026-02-25T21:10:22.172" v="508" actId="572"/>
          <ac:graphicFrameMkLst>
            <pc:docMk/>
            <pc:sldMk cId="4294346649" sldId="261"/>
            <ac:graphicFrameMk id="5" creationId="{DDE958A6-9D4B-A284-46E8-4B382C90A7A1}"/>
          </ac:graphicFrameMkLst>
        </pc:graphicFrameChg>
      </pc:sldChg>
      <pc:sldChg chg="addSp modSp new mod">
        <pc:chgData name="Daniele Scanzi" userId="62728386-05dc-46e9-94a0-316b41281921" providerId="ADAL" clId="{8D6CE834-E1DA-4A40-9A07-D00F6680134A}" dt="2026-03-03T19:44:37.648" v="843" actId="20577"/>
        <pc:sldMkLst>
          <pc:docMk/>
          <pc:sldMk cId="2094872040" sldId="262"/>
        </pc:sldMkLst>
        <pc:spChg chg="mod">
          <ac:chgData name="Daniele Scanzi" userId="62728386-05dc-46e9-94a0-316b41281921" providerId="ADAL" clId="{8D6CE834-E1DA-4A40-9A07-D00F6680134A}" dt="2026-02-26T00:17:39.866" v="515" actId="207"/>
          <ac:spMkLst>
            <pc:docMk/>
            <pc:sldMk cId="2094872040" sldId="262"/>
            <ac:spMk id="2" creationId="{7B7903FE-023F-1812-ACCC-0D23E6E65C34}"/>
          </ac:spMkLst>
        </pc:spChg>
        <pc:spChg chg="mod">
          <ac:chgData name="Daniele Scanzi" userId="62728386-05dc-46e9-94a0-316b41281921" providerId="ADAL" clId="{8D6CE834-E1DA-4A40-9A07-D00F6680134A}" dt="2026-02-26T00:18:44.553" v="738" actId="20577"/>
          <ac:spMkLst>
            <pc:docMk/>
            <pc:sldMk cId="2094872040" sldId="262"/>
            <ac:spMk id="3" creationId="{B7E30212-CD64-C6F1-9296-8A0C592205D4}"/>
          </ac:spMkLst>
        </pc:spChg>
        <pc:spChg chg="add mod">
          <ac:chgData name="Daniele Scanzi" userId="62728386-05dc-46e9-94a0-316b41281921" providerId="ADAL" clId="{8D6CE834-E1DA-4A40-9A07-D00F6680134A}" dt="2026-03-03T19:44:37.648" v="843" actId="20577"/>
          <ac:spMkLst>
            <pc:docMk/>
            <pc:sldMk cId="2094872040" sldId="262"/>
            <ac:spMk id="5" creationId="{26AB3340-6550-8DA3-CC36-1534A09800CE}"/>
          </ac:spMkLst>
        </pc:spChg>
      </pc:sldChg>
      <pc:sldChg chg="addSp delSp modSp add mod">
        <pc:chgData name="Daniele Scanzi" userId="62728386-05dc-46e9-94a0-316b41281921" providerId="ADAL" clId="{8D6CE834-E1DA-4A40-9A07-D00F6680134A}" dt="2026-03-03T19:57:06.364" v="996" actId="478"/>
        <pc:sldMkLst>
          <pc:docMk/>
          <pc:sldMk cId="3019620244" sldId="264"/>
        </pc:sldMkLst>
        <pc:spChg chg="mod">
          <ac:chgData name="Daniele Scanzi" userId="62728386-05dc-46e9-94a0-316b41281921" providerId="ADAL" clId="{8D6CE834-E1DA-4A40-9A07-D00F6680134A}" dt="2026-03-03T19:56:56.975" v="993" actId="1035"/>
          <ac:spMkLst>
            <pc:docMk/>
            <pc:sldMk cId="3019620244" sldId="264"/>
            <ac:spMk id="5" creationId="{D44CAF6E-00AA-3D86-FFF1-0F5DB99486A1}"/>
          </ac:spMkLst>
        </pc:spChg>
      </pc:sldChg>
      <pc:sldChg chg="addSp delSp modSp add mod">
        <pc:chgData name="Daniele Scanzi" userId="62728386-05dc-46e9-94a0-316b41281921" providerId="ADAL" clId="{8D6CE834-E1DA-4A40-9A07-D00F6680134A}" dt="2026-03-03T20:06:01.193" v="1454" actId="404"/>
        <pc:sldMkLst>
          <pc:docMk/>
          <pc:sldMk cId="2828639715" sldId="265"/>
        </pc:sldMkLst>
        <pc:spChg chg="add mod">
          <ac:chgData name="Daniele Scanzi" userId="62728386-05dc-46e9-94a0-316b41281921" providerId="ADAL" clId="{8D6CE834-E1DA-4A40-9A07-D00F6680134A}" dt="2026-03-03T20:06:01.193" v="1454" actId="404"/>
          <ac:spMkLst>
            <pc:docMk/>
            <pc:sldMk cId="2828639715" sldId="265"/>
            <ac:spMk id="11" creationId="{425CC705-0E40-ADA2-BB47-8AF8092A4C8B}"/>
          </ac:spMkLst>
        </pc:spChg>
        <pc:picChg chg="mod topLvl">
          <ac:chgData name="Daniele Scanzi" userId="62728386-05dc-46e9-94a0-316b41281921" providerId="ADAL" clId="{8D6CE834-E1DA-4A40-9A07-D00F6680134A}" dt="2026-03-03T20:03:37.086" v="1330" actId="14826"/>
          <ac:picMkLst>
            <pc:docMk/>
            <pc:sldMk cId="2828639715" sldId="265"/>
            <ac:picMk id="4" creationId="{F55255BC-CFD6-8200-3DF5-DB0C9D6AFCAF}"/>
          </ac:picMkLst>
        </pc:picChg>
        <pc:cxnChg chg="add mod">
          <ac:chgData name="Daniele Scanzi" userId="62728386-05dc-46e9-94a0-316b41281921" providerId="ADAL" clId="{8D6CE834-E1DA-4A40-9A07-D00F6680134A}" dt="2026-03-03T20:04:18.994" v="1341" actId="14100"/>
          <ac:cxnSpMkLst>
            <pc:docMk/>
            <pc:sldMk cId="2828639715" sldId="265"/>
            <ac:cxnSpMk id="15" creationId="{450DC2CE-84F6-B6C9-F9F7-3FC66C11A695}"/>
          </ac:cxnSpMkLst>
        </pc:cxnChg>
        <pc:cxnChg chg="add mod">
          <ac:chgData name="Daniele Scanzi" userId="62728386-05dc-46e9-94a0-316b41281921" providerId="ADAL" clId="{8D6CE834-E1DA-4A40-9A07-D00F6680134A}" dt="2026-03-03T20:04:12.460" v="1339" actId="14100"/>
          <ac:cxnSpMkLst>
            <pc:docMk/>
            <pc:sldMk cId="2828639715" sldId="265"/>
            <ac:cxnSpMk id="17" creationId="{29CED814-8347-CE78-3561-72C74AA22B2D}"/>
          </ac:cxnSpMkLst>
        </pc:cxnChg>
        <pc:cxnChg chg="add mod">
          <ac:chgData name="Daniele Scanzi" userId="62728386-05dc-46e9-94a0-316b41281921" providerId="ADAL" clId="{8D6CE834-E1DA-4A40-9A07-D00F6680134A}" dt="2026-03-03T20:04:39.798" v="1346" actId="208"/>
          <ac:cxnSpMkLst>
            <pc:docMk/>
            <pc:sldMk cId="2828639715" sldId="265"/>
            <ac:cxnSpMk id="22" creationId="{C271E910-5096-7A84-C797-47CD32FB6F03}"/>
          </ac:cxnSpMkLst>
        </pc:cxnChg>
      </pc:sldChg>
      <pc:sldChg chg="addSp delSp modSp add mod ord">
        <pc:chgData name="Daniele Scanzi" userId="62728386-05dc-46e9-94a0-316b41281921" providerId="ADAL" clId="{8D6CE834-E1DA-4A40-9A07-D00F6680134A}" dt="2026-03-03T20:03:21.521" v="1325" actId="165"/>
        <pc:sldMkLst>
          <pc:docMk/>
          <pc:sldMk cId="568599909" sldId="266"/>
        </pc:sldMkLst>
        <pc:spChg chg="mod">
          <ac:chgData name="Daniele Scanzi" userId="62728386-05dc-46e9-94a0-316b41281921" providerId="ADAL" clId="{8D6CE834-E1DA-4A40-9A07-D00F6680134A}" dt="2026-03-03T20:01:45.301" v="1313" actId="20577"/>
          <ac:spMkLst>
            <pc:docMk/>
            <pc:sldMk cId="568599909" sldId="266"/>
            <ac:spMk id="11" creationId="{42FD80DD-1212-D670-2F62-0D87C16BE73E}"/>
          </ac:spMkLst>
        </pc:spChg>
        <pc:grpChg chg="add del mod">
          <ac:chgData name="Daniele Scanzi" userId="62728386-05dc-46e9-94a0-316b41281921" providerId="ADAL" clId="{8D6CE834-E1DA-4A40-9A07-D00F6680134A}" dt="2026-03-03T20:03:21.521" v="1325" actId="165"/>
          <ac:grpSpMkLst>
            <pc:docMk/>
            <pc:sldMk cId="568599909" sldId="266"/>
            <ac:grpSpMk id="12" creationId="{ACC654DF-98CF-34CB-EA79-2E27D5707229}"/>
          </ac:grpSpMkLst>
        </pc:grpChg>
        <pc:picChg chg="mod topLvl">
          <ac:chgData name="Daniele Scanzi" userId="62728386-05dc-46e9-94a0-316b41281921" providerId="ADAL" clId="{8D6CE834-E1DA-4A40-9A07-D00F6680134A}" dt="2026-03-03T20:03:21.521" v="1325" actId="165"/>
          <ac:picMkLst>
            <pc:docMk/>
            <pc:sldMk cId="568599909" sldId="266"/>
            <ac:picMk id="4" creationId="{692AEC61-D23D-98B8-811B-0832EF86EE04}"/>
          </ac:picMkLst>
        </pc:picChg>
        <pc:cxnChg chg="add del mod topLvl">
          <ac:chgData name="Daniele Scanzi" userId="62728386-05dc-46e9-94a0-316b41281921" providerId="ADAL" clId="{8D6CE834-E1DA-4A40-9A07-D00F6680134A}" dt="2026-03-03T20:03:21.521" v="1325" actId="165"/>
          <ac:cxnSpMkLst>
            <pc:docMk/>
            <pc:sldMk cId="568599909" sldId="266"/>
            <ac:cxnSpMk id="6" creationId="{87A999BF-D377-4EE1-2654-D350F3578FD5}"/>
          </ac:cxnSpMkLst>
        </pc:cxnChg>
        <pc:cxnChg chg="add del mod topLvl">
          <ac:chgData name="Daniele Scanzi" userId="62728386-05dc-46e9-94a0-316b41281921" providerId="ADAL" clId="{8D6CE834-E1DA-4A40-9A07-D00F6680134A}" dt="2026-03-03T20:03:21.521" v="1325" actId="165"/>
          <ac:cxnSpMkLst>
            <pc:docMk/>
            <pc:sldMk cId="568599909" sldId="266"/>
            <ac:cxnSpMk id="7" creationId="{D78FE40F-181C-6C02-0FA8-DF933F103BB6}"/>
          </ac:cxnSpMkLst>
        </pc:cxnChg>
        <pc:cxnChg chg="add del mod topLvl">
          <ac:chgData name="Daniele Scanzi" userId="62728386-05dc-46e9-94a0-316b41281921" providerId="ADAL" clId="{8D6CE834-E1DA-4A40-9A07-D00F6680134A}" dt="2026-03-03T20:03:21.521" v="1325" actId="165"/>
          <ac:cxnSpMkLst>
            <pc:docMk/>
            <pc:sldMk cId="568599909" sldId="266"/>
            <ac:cxnSpMk id="8" creationId="{2BEE77A4-3597-7562-266C-2DDB4A6BF93D}"/>
          </ac:cxnSpMkLst>
        </pc:cxnChg>
      </pc:sldChg>
      <pc:sldChg chg="addSp delSp modSp new mod">
        <pc:chgData name="Daniele Scanzi" userId="62728386-05dc-46e9-94a0-316b41281921" providerId="ADAL" clId="{8D6CE834-E1DA-4A40-9A07-D00F6680134A}" dt="2026-03-03T21:29:54.154" v="1772" actId="1076"/>
        <pc:sldMkLst>
          <pc:docMk/>
          <pc:sldMk cId="575350003" sldId="267"/>
        </pc:sldMkLst>
        <pc:spChg chg="mod">
          <ac:chgData name="Daniele Scanzi" userId="62728386-05dc-46e9-94a0-316b41281921" providerId="ADAL" clId="{8D6CE834-E1DA-4A40-9A07-D00F6680134A}" dt="2026-03-03T21:19:22.378" v="1467" actId="20577"/>
          <ac:spMkLst>
            <pc:docMk/>
            <pc:sldMk cId="575350003" sldId="267"/>
            <ac:spMk id="2" creationId="{B7039363-8474-7B0D-81D4-E82ED5CA4E38}"/>
          </ac:spMkLst>
        </pc:spChg>
        <pc:spChg chg="add mod">
          <ac:chgData name="Daniele Scanzi" userId="62728386-05dc-46e9-94a0-316b41281921" providerId="ADAL" clId="{8D6CE834-E1DA-4A40-9A07-D00F6680134A}" dt="2026-03-03T21:29:02.773" v="1748" actId="20577"/>
          <ac:spMkLst>
            <pc:docMk/>
            <pc:sldMk cId="575350003" sldId="267"/>
            <ac:spMk id="5" creationId="{CF4189B4-FA9E-BE42-5614-18E4CD66E4F0}"/>
          </ac:spMkLst>
        </pc:spChg>
        <pc:spChg chg="add mod">
          <ac:chgData name="Daniele Scanzi" userId="62728386-05dc-46e9-94a0-316b41281921" providerId="ADAL" clId="{8D6CE834-E1DA-4A40-9A07-D00F6680134A}" dt="2026-03-03T21:29:54.154" v="1772" actId="1076"/>
          <ac:spMkLst>
            <pc:docMk/>
            <pc:sldMk cId="575350003" sldId="267"/>
            <ac:spMk id="6" creationId="{82C587CA-4811-CA5F-E0A6-044BEDAD0D8D}"/>
          </ac:spMkLst>
        </pc:spChg>
      </pc:sldChg>
      <pc:sldChg chg="addSp delSp modSp new mod">
        <pc:chgData name="Daniele Scanzi" userId="62728386-05dc-46e9-94a0-316b41281921" providerId="ADAL" clId="{8D6CE834-E1DA-4A40-9A07-D00F6680134A}" dt="2026-03-03T21:42:01.662" v="1944" actId="1076"/>
        <pc:sldMkLst>
          <pc:docMk/>
          <pc:sldMk cId="1564361035" sldId="268"/>
        </pc:sldMkLst>
        <pc:spChg chg="mod">
          <ac:chgData name="Daniele Scanzi" userId="62728386-05dc-46e9-94a0-316b41281921" providerId="ADAL" clId="{8D6CE834-E1DA-4A40-9A07-D00F6680134A}" dt="2026-03-03T21:34:56.326" v="1782" actId="207"/>
          <ac:spMkLst>
            <pc:docMk/>
            <pc:sldMk cId="1564361035" sldId="268"/>
            <ac:spMk id="2" creationId="{87D16144-4BD0-2F51-4D31-2FA86CDC74F1}"/>
          </ac:spMkLst>
        </pc:spChg>
        <pc:spChg chg="add mod">
          <ac:chgData name="Daniele Scanzi" userId="62728386-05dc-46e9-94a0-316b41281921" providerId="ADAL" clId="{8D6CE834-E1DA-4A40-9A07-D00F6680134A}" dt="2026-03-03T21:39:14.910" v="1891" actId="1076"/>
          <ac:spMkLst>
            <pc:docMk/>
            <pc:sldMk cId="1564361035" sldId="268"/>
            <ac:spMk id="4" creationId="{140027BF-5949-6677-40AE-BA0D6196C271}"/>
          </ac:spMkLst>
        </pc:spChg>
        <pc:spChg chg="add mod">
          <ac:chgData name="Daniele Scanzi" userId="62728386-05dc-46e9-94a0-316b41281921" providerId="ADAL" clId="{8D6CE834-E1DA-4A40-9A07-D00F6680134A}" dt="2026-03-03T21:42:01.662" v="1944" actId="1076"/>
          <ac:spMkLst>
            <pc:docMk/>
            <pc:sldMk cId="1564361035" sldId="268"/>
            <ac:spMk id="5" creationId="{E0A97E62-BFE5-FB4C-CE35-2F5679D93F0E}"/>
          </ac:spMkLst>
        </pc:spChg>
      </pc:sldChg>
      <pc:sldChg chg="modSp new mod">
        <pc:chgData name="Daniele Scanzi" userId="62728386-05dc-46e9-94a0-316b41281921" providerId="ADAL" clId="{8D6CE834-E1DA-4A40-9A07-D00F6680134A}" dt="2026-03-03T21:52:12.576" v="2006" actId="12"/>
        <pc:sldMkLst>
          <pc:docMk/>
          <pc:sldMk cId="1937624572" sldId="269"/>
        </pc:sldMkLst>
        <pc:spChg chg="mod">
          <ac:chgData name="Daniele Scanzi" userId="62728386-05dc-46e9-94a0-316b41281921" providerId="ADAL" clId="{8D6CE834-E1DA-4A40-9A07-D00F6680134A}" dt="2026-03-03T21:51:24.460" v="1966" actId="207"/>
          <ac:spMkLst>
            <pc:docMk/>
            <pc:sldMk cId="1937624572" sldId="269"/>
            <ac:spMk id="2" creationId="{213ED406-CCE6-CB53-9013-BE20C0DB0640}"/>
          </ac:spMkLst>
        </pc:spChg>
        <pc:spChg chg="mod">
          <ac:chgData name="Daniele Scanzi" userId="62728386-05dc-46e9-94a0-316b41281921" providerId="ADAL" clId="{8D6CE834-E1DA-4A40-9A07-D00F6680134A}" dt="2026-03-03T21:52:12.576" v="2006" actId="12"/>
          <ac:spMkLst>
            <pc:docMk/>
            <pc:sldMk cId="1937624572" sldId="269"/>
            <ac:spMk id="3" creationId="{06D1407B-2126-0EC6-F01B-49B79F099333}"/>
          </ac:spMkLst>
        </pc:spChg>
      </pc:sldChg>
      <pc:sldChg chg="modSp add mod">
        <pc:chgData name="Daniele Scanzi" userId="62728386-05dc-46e9-94a0-316b41281921" providerId="ADAL" clId="{8D6CE834-E1DA-4A40-9A07-D00F6680134A}" dt="2026-03-03T21:57:19.563" v="2416" actId="255"/>
        <pc:sldMkLst>
          <pc:docMk/>
          <pc:sldMk cId="4112525722" sldId="270"/>
        </pc:sldMkLst>
        <pc:spChg chg="mod">
          <ac:chgData name="Daniele Scanzi" userId="62728386-05dc-46e9-94a0-316b41281921" providerId="ADAL" clId="{8D6CE834-E1DA-4A40-9A07-D00F6680134A}" dt="2026-03-03T21:57:19.563" v="2416" actId="255"/>
          <ac:spMkLst>
            <pc:docMk/>
            <pc:sldMk cId="4112525722" sldId="270"/>
            <ac:spMk id="3" creationId="{081F2F08-6F69-3760-1A3B-660740CC3D57}"/>
          </ac:spMkLst>
        </pc:spChg>
      </pc:sldChg>
      <pc:sldChg chg="modSp add mod">
        <pc:chgData name="Daniele Scanzi" userId="62728386-05dc-46e9-94a0-316b41281921" providerId="ADAL" clId="{8D6CE834-E1DA-4A40-9A07-D00F6680134A}" dt="2026-03-03T21:57:13.112" v="2415" actId="255"/>
        <pc:sldMkLst>
          <pc:docMk/>
          <pc:sldMk cId="3631209475" sldId="271"/>
        </pc:sldMkLst>
        <pc:spChg chg="mod">
          <ac:chgData name="Daniele Scanzi" userId="62728386-05dc-46e9-94a0-316b41281921" providerId="ADAL" clId="{8D6CE834-E1DA-4A40-9A07-D00F6680134A}" dt="2026-03-03T21:57:13.112" v="2415" actId="255"/>
          <ac:spMkLst>
            <pc:docMk/>
            <pc:sldMk cId="3631209475" sldId="271"/>
            <ac:spMk id="3" creationId="{D337466D-E6B7-F7D2-74E4-1D123D2C6066}"/>
          </ac:spMkLst>
        </pc:spChg>
      </pc:sldChg>
      <pc:sldChg chg="addSp modSp add mod">
        <pc:chgData name="Daniele Scanzi" userId="62728386-05dc-46e9-94a0-316b41281921" providerId="ADAL" clId="{8D6CE834-E1DA-4A40-9A07-D00F6680134A}" dt="2026-03-03T22:22:20.491" v="2508" actId="20577"/>
        <pc:sldMkLst>
          <pc:docMk/>
          <pc:sldMk cId="1908260065" sldId="272"/>
        </pc:sldMkLst>
        <pc:spChg chg="add mod">
          <ac:chgData name="Daniele Scanzi" userId="62728386-05dc-46e9-94a0-316b41281921" providerId="ADAL" clId="{8D6CE834-E1DA-4A40-9A07-D00F6680134A}" dt="2026-03-03T22:22:20.491" v="2508" actId="20577"/>
          <ac:spMkLst>
            <pc:docMk/>
            <pc:sldMk cId="1908260065" sldId="272"/>
            <ac:spMk id="4" creationId="{18193E1B-AD98-7624-C4FC-276883BCC187}"/>
          </ac:spMkLst>
        </pc:spChg>
        <pc:spChg chg="add mod">
          <ac:chgData name="Daniele Scanzi" userId="62728386-05dc-46e9-94a0-316b41281921" providerId="ADAL" clId="{8D6CE834-E1DA-4A40-9A07-D00F6680134A}" dt="2026-03-03T22:21:56.608" v="2500" actId="122"/>
          <ac:spMkLst>
            <pc:docMk/>
            <pc:sldMk cId="1908260065" sldId="272"/>
            <ac:spMk id="5" creationId="{7F380B59-B59E-4810-CAB0-B3A9BDA2A34C}"/>
          </ac:spMkLst>
        </pc:spChg>
      </pc:sldChg>
      <pc:sldChg chg="addSp delSp modSp add mod">
        <pc:chgData name="Daniele Scanzi" userId="62728386-05dc-46e9-94a0-316b41281921" providerId="ADAL" clId="{8D6CE834-E1DA-4A40-9A07-D00F6680134A}" dt="2026-03-03T22:24:08.190" v="2541" actId="164"/>
        <pc:sldMkLst>
          <pc:docMk/>
          <pc:sldMk cId="1058671503" sldId="273"/>
        </pc:sldMkLst>
        <pc:spChg chg="mod">
          <ac:chgData name="Daniele Scanzi" userId="62728386-05dc-46e9-94a0-316b41281921" providerId="ADAL" clId="{8D6CE834-E1DA-4A40-9A07-D00F6680134A}" dt="2026-03-03T22:24:08.190" v="2541" actId="164"/>
          <ac:spMkLst>
            <pc:docMk/>
            <pc:sldMk cId="1058671503" sldId="273"/>
            <ac:spMk id="4" creationId="{DA153983-EFEA-79A1-105F-7B80284457A8}"/>
          </ac:spMkLst>
        </pc:spChg>
        <pc:spChg chg="mod">
          <ac:chgData name="Daniele Scanzi" userId="62728386-05dc-46e9-94a0-316b41281921" providerId="ADAL" clId="{8D6CE834-E1DA-4A40-9A07-D00F6680134A}" dt="2026-03-03T22:24:08.190" v="2541" actId="164"/>
          <ac:spMkLst>
            <pc:docMk/>
            <pc:sldMk cId="1058671503" sldId="273"/>
            <ac:spMk id="5" creationId="{2683BDFA-7FF8-169E-A707-1B620BF857DF}"/>
          </ac:spMkLst>
        </pc:spChg>
        <pc:spChg chg="add mod">
          <ac:chgData name="Daniele Scanzi" userId="62728386-05dc-46e9-94a0-316b41281921" providerId="ADAL" clId="{8D6CE834-E1DA-4A40-9A07-D00F6680134A}" dt="2026-03-03T22:24:08.190" v="2541" actId="164"/>
          <ac:spMkLst>
            <pc:docMk/>
            <pc:sldMk cId="1058671503" sldId="273"/>
            <ac:spMk id="6" creationId="{EA92B8F1-28F7-2335-89E0-310C9143C864}"/>
          </ac:spMkLst>
        </pc:spChg>
        <pc:spChg chg="add mod">
          <ac:chgData name="Daniele Scanzi" userId="62728386-05dc-46e9-94a0-316b41281921" providerId="ADAL" clId="{8D6CE834-E1DA-4A40-9A07-D00F6680134A}" dt="2026-03-03T22:24:08.190" v="2541" actId="164"/>
          <ac:spMkLst>
            <pc:docMk/>
            <pc:sldMk cId="1058671503" sldId="273"/>
            <ac:spMk id="9" creationId="{AE7A986E-1AF4-0D90-C25E-38780A057AE3}"/>
          </ac:spMkLst>
        </pc:spChg>
      </pc:sldChg>
      <pc:sldChg chg="addSp modSp new mod">
        <pc:chgData name="Daniele Scanzi" userId="62728386-05dc-46e9-94a0-316b41281921" providerId="ADAL" clId="{8D6CE834-E1DA-4A40-9A07-D00F6680134A}" dt="2026-03-03T22:59:17.888" v="2908" actId="14100"/>
        <pc:sldMkLst>
          <pc:docMk/>
          <pc:sldMk cId="1258521576" sldId="274"/>
        </pc:sldMkLst>
        <pc:spChg chg="mod">
          <ac:chgData name="Daniele Scanzi" userId="62728386-05dc-46e9-94a0-316b41281921" providerId="ADAL" clId="{8D6CE834-E1DA-4A40-9A07-D00F6680134A}" dt="2026-03-03T22:52:12.482" v="2556" actId="20577"/>
          <ac:spMkLst>
            <pc:docMk/>
            <pc:sldMk cId="1258521576" sldId="274"/>
            <ac:spMk id="2" creationId="{1F04BDA6-061A-AE51-C3A5-F3CFD2C8AC6C}"/>
          </ac:spMkLst>
        </pc:spChg>
        <pc:spChg chg="mod">
          <ac:chgData name="Daniele Scanzi" userId="62728386-05dc-46e9-94a0-316b41281921" providerId="ADAL" clId="{8D6CE834-E1DA-4A40-9A07-D00F6680134A}" dt="2026-03-03T22:55:33.312" v="2731" actId="114"/>
          <ac:spMkLst>
            <pc:docMk/>
            <pc:sldMk cId="1258521576" sldId="274"/>
            <ac:spMk id="3" creationId="{D94AFABA-AB40-52AE-4454-2050F8920C62}"/>
          </ac:spMkLst>
        </pc:spChg>
        <pc:spChg chg="add mod">
          <ac:chgData name="Daniele Scanzi" userId="62728386-05dc-46e9-94a0-316b41281921" providerId="ADAL" clId="{8D6CE834-E1DA-4A40-9A07-D00F6680134A}" dt="2026-03-03T22:56:31.625" v="2743" actId="1076"/>
          <ac:spMkLst>
            <pc:docMk/>
            <pc:sldMk cId="1258521576" sldId="274"/>
            <ac:spMk id="4" creationId="{0865A1EA-E1EA-0FA3-7AC2-DED1C1157A3D}"/>
          </ac:spMkLst>
        </pc:spChg>
        <pc:spChg chg="add mod">
          <ac:chgData name="Daniele Scanzi" userId="62728386-05dc-46e9-94a0-316b41281921" providerId="ADAL" clId="{8D6CE834-E1DA-4A40-9A07-D00F6680134A}" dt="2026-03-03T22:57:43.772" v="2789" actId="20577"/>
          <ac:spMkLst>
            <pc:docMk/>
            <pc:sldMk cId="1258521576" sldId="274"/>
            <ac:spMk id="5" creationId="{08A2872F-CD0B-DB18-5FBE-B40CE1D69B03}"/>
          </ac:spMkLst>
        </pc:spChg>
        <pc:spChg chg="add mod">
          <ac:chgData name="Daniele Scanzi" userId="62728386-05dc-46e9-94a0-316b41281921" providerId="ADAL" clId="{8D6CE834-E1DA-4A40-9A07-D00F6680134A}" dt="2026-03-03T22:59:17.888" v="2908" actId="14100"/>
          <ac:spMkLst>
            <pc:docMk/>
            <pc:sldMk cId="1258521576" sldId="274"/>
            <ac:spMk id="6" creationId="{C8910F5A-3A47-D10A-9512-113EC79A2397}"/>
          </ac:spMkLst>
        </pc:spChg>
      </pc:sldChg>
      <pc:sldChg chg="addSp delSp modSp add mod ord">
        <pc:chgData name="Daniele Scanzi" userId="62728386-05dc-46e9-94a0-316b41281921" providerId="ADAL" clId="{8D6CE834-E1DA-4A40-9A07-D00F6680134A}" dt="2026-03-04T21:17:37.908" v="3659" actId="1076"/>
        <pc:sldMkLst>
          <pc:docMk/>
          <pc:sldMk cId="2692038466" sldId="275"/>
        </pc:sldMkLst>
        <pc:spChg chg="del">
          <ac:chgData name="Daniele Scanzi" userId="62728386-05dc-46e9-94a0-316b41281921" providerId="ADAL" clId="{8D6CE834-E1DA-4A40-9A07-D00F6680134A}" dt="2026-03-04T01:10:49.803" v="2924" actId="478"/>
          <ac:spMkLst>
            <pc:docMk/>
            <pc:sldMk cId="2692038466" sldId="275"/>
            <ac:spMk id="9" creationId="{CD0482B6-0A09-60BF-C3A2-CF08C5ACF46F}"/>
          </ac:spMkLst>
        </pc:spChg>
        <pc:spChg chg="add del">
          <ac:chgData name="Daniele Scanzi" userId="62728386-05dc-46e9-94a0-316b41281921" providerId="ADAL" clId="{8D6CE834-E1DA-4A40-9A07-D00F6680134A}" dt="2026-03-04T01:10:23.124" v="2920" actId="478"/>
          <ac:spMkLst>
            <pc:docMk/>
            <pc:sldMk cId="2692038466" sldId="275"/>
            <ac:spMk id="10" creationId="{DE68B3B2-32CA-D274-9912-E532631390D5}"/>
          </ac:spMkLst>
        </pc:spChg>
        <pc:spChg chg="add mod">
          <ac:chgData name="Daniele Scanzi" userId="62728386-05dc-46e9-94a0-316b41281921" providerId="ADAL" clId="{8D6CE834-E1DA-4A40-9A07-D00F6680134A}" dt="2026-03-04T21:17:35.376" v="3658" actId="14100"/>
          <ac:spMkLst>
            <pc:docMk/>
            <pc:sldMk cId="2692038466" sldId="275"/>
            <ac:spMk id="11" creationId="{FF2A8795-0FE6-6379-D7B2-80B8C27E99DA}"/>
          </ac:spMkLst>
        </pc:spChg>
        <pc:spChg chg="add mod">
          <ac:chgData name="Daniele Scanzi" userId="62728386-05dc-46e9-94a0-316b41281921" providerId="ADAL" clId="{8D6CE834-E1DA-4A40-9A07-D00F6680134A}" dt="2026-03-04T21:17:37.908" v="3659" actId="1076"/>
          <ac:spMkLst>
            <pc:docMk/>
            <pc:sldMk cId="2692038466" sldId="275"/>
            <ac:spMk id="12" creationId="{1B88FFC3-FFE0-2081-0567-7A92D535C68A}"/>
          </ac:spMkLst>
        </pc:spChg>
        <pc:spChg chg="add mod">
          <ac:chgData name="Daniele Scanzi" userId="62728386-05dc-46e9-94a0-316b41281921" providerId="ADAL" clId="{8D6CE834-E1DA-4A40-9A07-D00F6680134A}" dt="2026-03-04T21:17:27.116" v="3656" actId="1076"/>
          <ac:spMkLst>
            <pc:docMk/>
            <pc:sldMk cId="2692038466" sldId="275"/>
            <ac:spMk id="13" creationId="{46F4C097-3639-87C9-8B2E-F32B708D1F7D}"/>
          </ac:spMkLst>
        </pc:spChg>
        <pc:picChg chg="mod">
          <ac:chgData name="Daniele Scanzi" userId="62728386-05dc-46e9-94a0-316b41281921" providerId="ADAL" clId="{8D6CE834-E1DA-4A40-9A07-D00F6680134A}" dt="2026-03-04T21:17:14.197" v="3652" actId="14826"/>
          <ac:picMkLst>
            <pc:docMk/>
            <pc:sldMk cId="2692038466" sldId="275"/>
            <ac:picMk id="7" creationId="{68BD3B40-DFD9-0DE3-8B27-F2FADAD27591}"/>
          </ac:picMkLst>
        </pc:picChg>
        <pc:cxnChg chg="add mod">
          <ac:chgData name="Daniele Scanzi" userId="62728386-05dc-46e9-94a0-316b41281921" providerId="ADAL" clId="{8D6CE834-E1DA-4A40-9A07-D00F6680134A}" dt="2026-03-04T21:17:23.301" v="3655" actId="14100"/>
          <ac:cxnSpMkLst>
            <pc:docMk/>
            <pc:sldMk cId="2692038466" sldId="275"/>
            <ac:cxnSpMk id="3" creationId="{1CF6A611-17DF-2BA7-B449-D04B9F9F056F}"/>
          </ac:cxnSpMkLst>
        </pc:cxnChg>
      </pc:sldChg>
      <pc:sldChg chg="modSp new mod">
        <pc:chgData name="Daniele Scanzi" userId="62728386-05dc-46e9-94a0-316b41281921" providerId="ADAL" clId="{8D6CE834-E1DA-4A40-9A07-D00F6680134A}" dt="2026-03-04T20:55:24.874" v="3639" actId="14100"/>
        <pc:sldMkLst>
          <pc:docMk/>
          <pc:sldMk cId="42269332" sldId="276"/>
        </pc:sldMkLst>
        <pc:spChg chg="mod">
          <ac:chgData name="Daniele Scanzi" userId="62728386-05dc-46e9-94a0-316b41281921" providerId="ADAL" clId="{8D6CE834-E1DA-4A40-9A07-D00F6680134A}" dt="2026-03-04T20:35:30.443" v="3075" actId="20577"/>
          <ac:spMkLst>
            <pc:docMk/>
            <pc:sldMk cId="42269332" sldId="276"/>
            <ac:spMk id="2" creationId="{B242B412-30A4-C33B-B4ED-FB55074C24B2}"/>
          </ac:spMkLst>
        </pc:spChg>
        <pc:spChg chg="mod">
          <ac:chgData name="Daniele Scanzi" userId="62728386-05dc-46e9-94a0-316b41281921" providerId="ADAL" clId="{8D6CE834-E1DA-4A40-9A07-D00F6680134A}" dt="2026-03-04T20:55:24.874" v="3639" actId="14100"/>
          <ac:spMkLst>
            <pc:docMk/>
            <pc:sldMk cId="42269332" sldId="276"/>
            <ac:spMk id="3" creationId="{5B4E1142-E08F-5C6C-6C9D-B9ADE1E6E06B}"/>
          </ac:spMkLst>
        </pc:spChg>
      </pc:sldChg>
      <pc:sldChg chg="addSp modSp new del">
        <pc:chgData name="Daniele Scanzi" userId="62728386-05dc-46e9-94a0-316b41281921" providerId="ADAL" clId="{8D6CE834-E1DA-4A40-9A07-D00F6680134A}" dt="2026-03-04T20:55:38.841" v="3643" actId="47"/>
        <pc:sldMkLst>
          <pc:docMk/>
          <pc:sldMk cId="2981509638" sldId="277"/>
        </pc:sldMkLst>
        <pc:spChg chg="add mod">
          <ac:chgData name="Daniele Scanzi" userId="62728386-05dc-46e9-94a0-316b41281921" providerId="ADAL" clId="{8D6CE834-E1DA-4A40-9A07-D00F6680134A}" dt="2026-03-04T20:55:35.556" v="3642"/>
          <ac:spMkLst>
            <pc:docMk/>
            <pc:sldMk cId="2981509638" sldId="277"/>
            <ac:spMk id="4" creationId="{8A69D1A8-56BA-E0A7-A44F-6696D5CD0725}"/>
          </ac:spMkLst>
        </pc:spChg>
      </pc:sldChg>
      <pc:sldChg chg="addSp delSp modSp add mod">
        <pc:chgData name="Daniele Scanzi" userId="62728386-05dc-46e9-94a0-316b41281921" providerId="ADAL" clId="{8D6CE834-E1DA-4A40-9A07-D00F6680134A}" dt="2026-03-04T21:17:46.680" v="3660" actId="14826"/>
        <pc:sldMkLst>
          <pc:docMk/>
          <pc:sldMk cId="3309540731" sldId="277"/>
        </pc:sldMkLst>
        <pc:spChg chg="del">
          <ac:chgData name="Daniele Scanzi" userId="62728386-05dc-46e9-94a0-316b41281921" providerId="ADAL" clId="{8D6CE834-E1DA-4A40-9A07-D00F6680134A}" dt="2026-03-04T20:55:43.452" v="3645" actId="478"/>
          <ac:spMkLst>
            <pc:docMk/>
            <pc:sldMk cId="3309540731" sldId="277"/>
            <ac:spMk id="3" creationId="{DBFECCDF-4F6A-921A-B06D-F6973977DF9F}"/>
          </ac:spMkLst>
        </pc:spChg>
        <pc:spChg chg="add del mod">
          <ac:chgData name="Daniele Scanzi" userId="62728386-05dc-46e9-94a0-316b41281921" providerId="ADAL" clId="{8D6CE834-E1DA-4A40-9A07-D00F6680134A}" dt="2026-03-04T20:55:45.919" v="3646" actId="478"/>
          <ac:spMkLst>
            <pc:docMk/>
            <pc:sldMk cId="3309540731" sldId="277"/>
            <ac:spMk id="5" creationId="{AE9488B0-6033-7D9A-C4A9-31DAAF70DDEE}"/>
          </ac:spMkLst>
        </pc:spChg>
        <pc:picChg chg="add mod">
          <ac:chgData name="Daniele Scanzi" userId="62728386-05dc-46e9-94a0-316b41281921" providerId="ADAL" clId="{8D6CE834-E1DA-4A40-9A07-D00F6680134A}" dt="2026-03-04T21:17:46.680" v="3660" actId="14826"/>
          <ac:picMkLst>
            <pc:docMk/>
            <pc:sldMk cId="3309540731" sldId="277"/>
            <ac:picMk id="7" creationId="{7509445F-F863-3894-0963-78A47360BB60}"/>
          </ac:picMkLst>
        </pc:picChg>
      </pc:sldChg>
      <pc:sldChg chg="modSp new mod">
        <pc:chgData name="Daniele Scanzi" userId="62728386-05dc-46e9-94a0-316b41281921" providerId="ADAL" clId="{8D6CE834-E1DA-4A40-9A07-D00F6680134A}" dt="2026-03-05T20:47:15.004" v="3804" actId="20577"/>
        <pc:sldMkLst>
          <pc:docMk/>
          <pc:sldMk cId="3954394209" sldId="278"/>
        </pc:sldMkLst>
        <pc:spChg chg="mod">
          <ac:chgData name="Daniele Scanzi" userId="62728386-05dc-46e9-94a0-316b41281921" providerId="ADAL" clId="{8D6CE834-E1DA-4A40-9A07-D00F6680134A}" dt="2026-03-05T20:46:18.470" v="3662"/>
          <ac:spMkLst>
            <pc:docMk/>
            <pc:sldMk cId="3954394209" sldId="278"/>
            <ac:spMk id="2" creationId="{4CCD5B2F-6951-210D-5E0B-DB23AB747A24}"/>
          </ac:spMkLst>
        </pc:spChg>
        <pc:spChg chg="mod">
          <ac:chgData name="Daniele Scanzi" userId="62728386-05dc-46e9-94a0-316b41281921" providerId="ADAL" clId="{8D6CE834-E1DA-4A40-9A07-D00F6680134A}" dt="2026-03-05T20:47:15.004" v="3804" actId="20577"/>
          <ac:spMkLst>
            <pc:docMk/>
            <pc:sldMk cId="3954394209" sldId="278"/>
            <ac:spMk id="3" creationId="{DF69CBF3-3E33-CDA4-26D2-BB56189ADAE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064E-63E0-217E-5C3D-496616527DE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Z"/>
          </a:p>
        </p:txBody>
      </p:sp>
      <p:sp>
        <p:nvSpPr>
          <p:cNvPr id="3" name="Subtitle 2">
            <a:extLst>
              <a:ext uri="{FF2B5EF4-FFF2-40B4-BE49-F238E27FC236}">
                <a16:creationId xmlns:a16="http://schemas.microsoft.com/office/drawing/2014/main" id="{AACAD247-2B06-B22D-E0F0-895C133C81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Z"/>
          </a:p>
        </p:txBody>
      </p:sp>
      <p:sp>
        <p:nvSpPr>
          <p:cNvPr id="4" name="Date Placeholder 3">
            <a:extLst>
              <a:ext uri="{FF2B5EF4-FFF2-40B4-BE49-F238E27FC236}">
                <a16:creationId xmlns:a16="http://schemas.microsoft.com/office/drawing/2014/main" id="{C37E845E-C132-0A73-FF51-38EC1977538C}"/>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3DCB12C0-A1BF-42F5-5814-287A0F9C1DA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935C6E7-41DD-30D9-F550-A442540742C5}"/>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148168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D563D-C142-0974-A315-4B4DB4BA3E1B}"/>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240C184A-6314-EACF-E63E-93E3F914A65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445C8811-60CA-4A0B-78BA-DD20FCD572B5}"/>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5643EB3F-8EF0-1A51-F853-7EB94DA4C75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ED4AF92-F800-6248-C35F-E948F94211AE}"/>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790561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F697A-9E0E-3FCE-4F3C-58A449A14A3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Z"/>
          </a:p>
        </p:txBody>
      </p:sp>
      <p:sp>
        <p:nvSpPr>
          <p:cNvPr id="3" name="Text Placeholder 2">
            <a:extLst>
              <a:ext uri="{FF2B5EF4-FFF2-40B4-BE49-F238E27FC236}">
                <a16:creationId xmlns:a16="http://schemas.microsoft.com/office/drawing/2014/main" id="{76732092-5895-DB01-0844-67051D36FF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A31C03-7569-2DB2-55AC-EF8697FB80A4}"/>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9F1FDF95-CB2B-8A3C-CFEA-FF68F966AF1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7BC6BC8-6F7A-50F4-D8DB-CB829773E324}"/>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2556435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0A94-DDD0-22BE-5943-22BD57C3B595}"/>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89B1C47A-CFC7-D288-A759-BAAF320BAB7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Content Placeholder 3">
            <a:extLst>
              <a:ext uri="{FF2B5EF4-FFF2-40B4-BE49-F238E27FC236}">
                <a16:creationId xmlns:a16="http://schemas.microsoft.com/office/drawing/2014/main" id="{D20064D7-4405-DF53-05D4-DAC47BE2EF5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Date Placeholder 4">
            <a:extLst>
              <a:ext uri="{FF2B5EF4-FFF2-40B4-BE49-F238E27FC236}">
                <a16:creationId xmlns:a16="http://schemas.microsoft.com/office/drawing/2014/main" id="{51462DFA-B140-60C6-04DE-6936882ACCC5}"/>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6" name="Footer Placeholder 5">
            <a:extLst>
              <a:ext uri="{FF2B5EF4-FFF2-40B4-BE49-F238E27FC236}">
                <a16:creationId xmlns:a16="http://schemas.microsoft.com/office/drawing/2014/main" id="{5A2589AA-0FF7-E93E-24C4-09C992841E73}"/>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E11272B-EC93-C166-43E9-49E4CE6363D6}"/>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3284971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5552B-F9ED-3521-D0E9-AEB42F1B1767}"/>
              </a:ext>
            </a:extLst>
          </p:cNvPr>
          <p:cNvSpPr>
            <a:spLocks noGrp="1"/>
          </p:cNvSpPr>
          <p:nvPr>
            <p:ph type="title"/>
          </p:nvPr>
        </p:nvSpPr>
        <p:spPr>
          <a:xfrm>
            <a:off x="839788" y="365125"/>
            <a:ext cx="10515600" cy="1325563"/>
          </a:xfrm>
        </p:spPr>
        <p:txBody>
          <a:bodyPr/>
          <a:lstStyle/>
          <a:p>
            <a:r>
              <a:rPr lang="en-GB"/>
              <a:t>Click to edit Master title style</a:t>
            </a:r>
            <a:endParaRPr lang="en-NZ"/>
          </a:p>
        </p:txBody>
      </p:sp>
      <p:sp>
        <p:nvSpPr>
          <p:cNvPr id="3" name="Text Placeholder 2">
            <a:extLst>
              <a:ext uri="{FF2B5EF4-FFF2-40B4-BE49-F238E27FC236}">
                <a16:creationId xmlns:a16="http://schemas.microsoft.com/office/drawing/2014/main" id="{535F534F-073F-0C41-6279-1D889C59DC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1EBDB2-3887-C00A-BCB8-C19F28742D7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Text Placeholder 4">
            <a:extLst>
              <a:ext uri="{FF2B5EF4-FFF2-40B4-BE49-F238E27FC236}">
                <a16:creationId xmlns:a16="http://schemas.microsoft.com/office/drawing/2014/main" id="{2D575458-DFC6-D4EE-130D-3349A986A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1D3D211-484B-66A1-249B-DEEB108C069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7" name="Date Placeholder 6">
            <a:extLst>
              <a:ext uri="{FF2B5EF4-FFF2-40B4-BE49-F238E27FC236}">
                <a16:creationId xmlns:a16="http://schemas.microsoft.com/office/drawing/2014/main" id="{852FB2FC-4731-9A4B-3454-0D2AB71005DD}"/>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8" name="Footer Placeholder 7">
            <a:extLst>
              <a:ext uri="{FF2B5EF4-FFF2-40B4-BE49-F238E27FC236}">
                <a16:creationId xmlns:a16="http://schemas.microsoft.com/office/drawing/2014/main" id="{AF96A8D6-E3FC-DD08-39A0-E24856FC83D4}"/>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716BB087-6449-AFCA-5D61-431FCEA3A6A1}"/>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3453429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5558-88B0-3986-0807-D52D8C0ABCA2}"/>
              </a:ext>
            </a:extLst>
          </p:cNvPr>
          <p:cNvSpPr>
            <a:spLocks noGrp="1"/>
          </p:cNvSpPr>
          <p:nvPr>
            <p:ph type="title"/>
          </p:nvPr>
        </p:nvSpPr>
        <p:spPr/>
        <p:txBody>
          <a:bodyPr/>
          <a:lstStyle/>
          <a:p>
            <a:r>
              <a:rPr lang="en-GB"/>
              <a:t>Click to edit Master title style</a:t>
            </a:r>
            <a:endParaRPr lang="en-NZ"/>
          </a:p>
        </p:txBody>
      </p:sp>
      <p:sp>
        <p:nvSpPr>
          <p:cNvPr id="3" name="Date Placeholder 2">
            <a:extLst>
              <a:ext uri="{FF2B5EF4-FFF2-40B4-BE49-F238E27FC236}">
                <a16:creationId xmlns:a16="http://schemas.microsoft.com/office/drawing/2014/main" id="{B46D8D90-3FA5-928E-124F-3528E73F94D3}"/>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4" name="Footer Placeholder 3">
            <a:extLst>
              <a:ext uri="{FF2B5EF4-FFF2-40B4-BE49-F238E27FC236}">
                <a16:creationId xmlns:a16="http://schemas.microsoft.com/office/drawing/2014/main" id="{EFEB5DBA-A9FA-7F0A-6B85-7ED7522BDBA2}"/>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5FC4A6EA-4FDA-9607-8D57-71EC5CA0C624}"/>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556761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8F65-4E6B-2D86-CF3C-782D6EE5CA02}"/>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3" name="Footer Placeholder 2">
            <a:extLst>
              <a:ext uri="{FF2B5EF4-FFF2-40B4-BE49-F238E27FC236}">
                <a16:creationId xmlns:a16="http://schemas.microsoft.com/office/drawing/2014/main" id="{98E9B55A-8B35-4E43-429D-43104942EE9F}"/>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0956C4A2-D1FC-E5CA-5C59-2D72120F38AC}"/>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58791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8D72C-206C-5AB9-C830-17C76C47B0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Content Placeholder 2">
            <a:extLst>
              <a:ext uri="{FF2B5EF4-FFF2-40B4-BE49-F238E27FC236}">
                <a16:creationId xmlns:a16="http://schemas.microsoft.com/office/drawing/2014/main" id="{F9398ED5-1070-809F-77D7-36E55E9D92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Text Placeholder 3">
            <a:extLst>
              <a:ext uri="{FF2B5EF4-FFF2-40B4-BE49-F238E27FC236}">
                <a16:creationId xmlns:a16="http://schemas.microsoft.com/office/drawing/2014/main" id="{6A31A92C-7A53-E1D3-F212-26113C373C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4CC0A3-975E-2507-7516-20ADFEAD7E91}"/>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6" name="Footer Placeholder 5">
            <a:extLst>
              <a:ext uri="{FF2B5EF4-FFF2-40B4-BE49-F238E27FC236}">
                <a16:creationId xmlns:a16="http://schemas.microsoft.com/office/drawing/2014/main" id="{66282077-39B9-354D-8EC6-B20BD07B3E5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E54E198-6D7C-D42C-52E7-1F7C4101E9B8}"/>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3882683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8B2FA-89ED-8AAB-A286-E5F552BE86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Picture Placeholder 2">
            <a:extLst>
              <a:ext uri="{FF2B5EF4-FFF2-40B4-BE49-F238E27FC236}">
                <a16:creationId xmlns:a16="http://schemas.microsoft.com/office/drawing/2014/main" id="{01DB43FE-67AA-72F7-A30A-87120C76B1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295BFBB3-3037-8CEE-12BB-971341D20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3F4934C-986E-FE00-05AE-AE97C3B2A7D9}"/>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6" name="Footer Placeholder 5">
            <a:extLst>
              <a:ext uri="{FF2B5EF4-FFF2-40B4-BE49-F238E27FC236}">
                <a16:creationId xmlns:a16="http://schemas.microsoft.com/office/drawing/2014/main" id="{0B970779-5971-0175-F8A8-BD164B0E6748}"/>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0B5CB5BF-A675-C9F9-B909-27E3FFC5B1C1}"/>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3172128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44E2-5F69-E7BD-CE98-5BB5EC7DCAF8}"/>
              </a:ext>
            </a:extLst>
          </p:cNvPr>
          <p:cNvSpPr>
            <a:spLocks noGrp="1"/>
          </p:cNvSpPr>
          <p:nvPr>
            <p:ph type="title"/>
          </p:nvPr>
        </p:nvSpPr>
        <p:spPr/>
        <p:txBody>
          <a:bodyPr/>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02D2B9B3-F7EF-50D3-B198-F7063C60131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4337D0E5-8DF3-359F-67CC-A71D7AF545B8}"/>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6CE4D1D0-1022-730B-AE7A-DF59D28BCDE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ADAA1AA-0719-81CE-E439-1D67754D9831}"/>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1016017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39F62C-5DE0-AB15-F9C3-75FB8709A6E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0B768830-A678-DF46-CE22-E1E8B6B11E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93B73C8E-6631-0098-D9C3-F655A17FFBAE}"/>
              </a:ext>
            </a:extLst>
          </p:cNvPr>
          <p:cNvSpPr>
            <a:spLocks noGrp="1"/>
          </p:cNvSpPr>
          <p:nvPr>
            <p:ph type="dt" sz="half" idx="10"/>
          </p:nvPr>
        </p:nvSpPr>
        <p:spPr/>
        <p:txBody>
          <a:body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DE98DBA0-B6D0-E8AB-C4A9-17913588DA0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A0D24EA-F3B0-99E3-37FF-1DBC9997B5FE}"/>
              </a:ext>
            </a:extLst>
          </p:cNvPr>
          <p:cNvSpPr>
            <a:spLocks noGrp="1"/>
          </p:cNvSpPr>
          <p:nvPr>
            <p:ph type="sldNum" sz="quarter" idx="12"/>
          </p:nvPr>
        </p:nvSpPr>
        <p:spPr/>
        <p:txBody>
          <a:bodyPr/>
          <a:lstStyle/>
          <a:p>
            <a:fld id="{36C8596B-6877-4D40-8261-2A448FB8D1CD}" type="slidenum">
              <a:rPr lang="en-NZ" smtClean="0"/>
              <a:t>‹#›</a:t>
            </a:fld>
            <a:endParaRPr lang="en-NZ"/>
          </a:p>
        </p:txBody>
      </p:sp>
    </p:spTree>
    <p:extLst>
      <p:ext uri="{BB962C8B-B14F-4D97-AF65-F5344CB8AC3E}">
        <p14:creationId xmlns:p14="http://schemas.microsoft.com/office/powerpoint/2010/main" val="4044831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DE686-B187-8536-B7D9-F3C6F0C942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Z"/>
          </a:p>
        </p:txBody>
      </p:sp>
      <p:sp>
        <p:nvSpPr>
          <p:cNvPr id="3" name="Text Placeholder 2">
            <a:extLst>
              <a:ext uri="{FF2B5EF4-FFF2-40B4-BE49-F238E27FC236}">
                <a16:creationId xmlns:a16="http://schemas.microsoft.com/office/drawing/2014/main" id="{33D16269-3CA6-9642-6EC4-30FEE3445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8A092436-B34B-F0D8-8A5E-E1D98F51B5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EE51CD-FA5F-4881-9B4A-09B6BA8C5811}" type="datetimeFigureOut">
              <a:rPr lang="en-NZ" smtClean="0"/>
              <a:t>16/03/2026</a:t>
            </a:fld>
            <a:endParaRPr lang="en-NZ"/>
          </a:p>
        </p:txBody>
      </p:sp>
      <p:sp>
        <p:nvSpPr>
          <p:cNvPr id="5" name="Footer Placeholder 4">
            <a:extLst>
              <a:ext uri="{FF2B5EF4-FFF2-40B4-BE49-F238E27FC236}">
                <a16:creationId xmlns:a16="http://schemas.microsoft.com/office/drawing/2014/main" id="{EF95C90A-E6C1-9EBD-D723-4C9F8EE45F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5E408E5B-A752-FDFC-E34F-122691FDDB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C8596B-6877-4D40-8261-2A448FB8D1CD}" type="slidenum">
              <a:rPr lang="en-NZ" smtClean="0"/>
              <a:t>‹#›</a:t>
            </a:fld>
            <a:endParaRPr lang="en-NZ"/>
          </a:p>
        </p:txBody>
      </p:sp>
    </p:spTree>
    <p:extLst>
      <p:ext uri="{BB962C8B-B14F-4D97-AF65-F5344CB8AC3E}">
        <p14:creationId xmlns:p14="http://schemas.microsoft.com/office/powerpoint/2010/main" val="3427135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F0CE5-CDB3-B1E7-1732-99AA24D2C665}"/>
              </a:ext>
            </a:extLst>
          </p:cNvPr>
          <p:cNvSpPr>
            <a:spLocks noGrp="1"/>
          </p:cNvSpPr>
          <p:nvPr>
            <p:ph type="ctrTitle"/>
          </p:nvPr>
        </p:nvSpPr>
        <p:spPr/>
        <p:txBody>
          <a:bodyPr/>
          <a:lstStyle/>
          <a:p>
            <a:r>
              <a:rPr lang="en-NZ" dirty="0">
                <a:solidFill>
                  <a:schemeClr val="bg1"/>
                </a:solidFill>
              </a:rPr>
              <a:t>From tests to models</a:t>
            </a:r>
          </a:p>
        </p:txBody>
      </p:sp>
    </p:spTree>
    <p:extLst>
      <p:ext uri="{BB962C8B-B14F-4D97-AF65-F5344CB8AC3E}">
        <p14:creationId xmlns:p14="http://schemas.microsoft.com/office/powerpoint/2010/main" val="170649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93F373E-A980-CEEF-706B-5B5288D43D09}"/>
              </a:ext>
            </a:extLst>
          </p:cNvPr>
          <p:cNvGrpSpPr/>
          <p:nvPr/>
        </p:nvGrpSpPr>
        <p:grpSpPr>
          <a:xfrm>
            <a:off x="737616" y="1391334"/>
            <a:ext cx="10716768" cy="4075331"/>
            <a:chOff x="737616" y="1137196"/>
            <a:chExt cx="10716768" cy="4075331"/>
          </a:xfrm>
        </p:grpSpPr>
        <p:sp>
          <p:nvSpPr>
            <p:cNvPr id="5" name="TextBox 4">
              <a:extLst>
                <a:ext uri="{FF2B5EF4-FFF2-40B4-BE49-F238E27FC236}">
                  <a16:creationId xmlns:a16="http://schemas.microsoft.com/office/drawing/2014/main" id="{BDDA2380-DFC7-8509-FC2F-1CD35BBBADE3}"/>
                </a:ext>
              </a:extLst>
            </p:cNvPr>
            <p:cNvSpPr txBox="1"/>
            <p:nvPr/>
          </p:nvSpPr>
          <p:spPr>
            <a:xfrm>
              <a:off x="737616" y="1137196"/>
              <a:ext cx="10716768" cy="923330"/>
            </a:xfrm>
            <a:prstGeom prst="rect">
              <a:avLst/>
            </a:prstGeom>
            <a:noFill/>
          </p:spPr>
          <p:txBody>
            <a:bodyPr wrap="square">
              <a:spAutoFit/>
            </a:bodyPr>
            <a:lstStyle/>
            <a:p>
              <a:r>
                <a:rPr lang="en-US" i="1" dirty="0">
                  <a:solidFill>
                    <a:schemeClr val="bg1"/>
                  </a:solidFill>
                </a:rPr>
                <a:t>[…] much of the open science movement has been focused on misconduct and questionable-research-practices (like p-hacking), instead of research procedures like </a:t>
              </a:r>
              <a:r>
                <a:rPr lang="en-US" b="1" i="1" dirty="0">
                  <a:solidFill>
                    <a:schemeClr val="bg1"/>
                  </a:solidFill>
                </a:rPr>
                <a:t>data management and justification of modeling choices</a:t>
              </a:r>
              <a:r>
                <a:rPr lang="en-US" i="1" dirty="0">
                  <a:solidFill>
                    <a:schemeClr val="bg1"/>
                  </a:solidFill>
                </a:rPr>
                <a:t>. </a:t>
              </a:r>
              <a:endParaRPr lang="en-NZ" i="1" dirty="0">
                <a:solidFill>
                  <a:schemeClr val="bg1"/>
                </a:solidFill>
              </a:endParaRPr>
            </a:p>
          </p:txBody>
        </p:sp>
        <p:sp>
          <p:nvSpPr>
            <p:cNvPr id="7" name="TextBox 6">
              <a:extLst>
                <a:ext uri="{FF2B5EF4-FFF2-40B4-BE49-F238E27FC236}">
                  <a16:creationId xmlns:a16="http://schemas.microsoft.com/office/drawing/2014/main" id="{ACF81962-CEED-4378-5672-32DC01C49D48}"/>
                </a:ext>
              </a:extLst>
            </p:cNvPr>
            <p:cNvSpPr txBox="1"/>
            <p:nvPr/>
          </p:nvSpPr>
          <p:spPr>
            <a:xfrm>
              <a:off x="737616" y="2851696"/>
              <a:ext cx="10716768" cy="646331"/>
            </a:xfrm>
            <a:prstGeom prst="rect">
              <a:avLst/>
            </a:prstGeom>
            <a:noFill/>
          </p:spPr>
          <p:txBody>
            <a:bodyPr wrap="square">
              <a:spAutoFit/>
            </a:bodyPr>
            <a:lstStyle/>
            <a:p>
              <a:r>
                <a:rPr lang="en-US" i="1" dirty="0">
                  <a:solidFill>
                    <a:schemeClr val="bg1"/>
                  </a:solidFill>
                </a:rPr>
                <a:t>We need to define the phenomenon, the alternative explanations, and what estimates would help us </a:t>
              </a:r>
              <a:r>
                <a:rPr lang="en-US" b="1" i="1" dirty="0">
                  <a:solidFill>
                    <a:schemeClr val="bg1"/>
                  </a:solidFill>
                </a:rPr>
                <a:t>distinguish among them or refine them</a:t>
              </a:r>
              <a:r>
                <a:rPr lang="en-US" i="1" dirty="0">
                  <a:solidFill>
                    <a:schemeClr val="bg1"/>
                  </a:solidFill>
                </a:rPr>
                <a:t>.</a:t>
              </a:r>
              <a:endParaRPr lang="en-NZ" i="1" dirty="0">
                <a:solidFill>
                  <a:schemeClr val="bg1"/>
                </a:solidFill>
              </a:endParaRPr>
            </a:p>
          </p:txBody>
        </p:sp>
        <p:sp>
          <p:nvSpPr>
            <p:cNvPr id="9" name="TextBox 8">
              <a:extLst>
                <a:ext uri="{FF2B5EF4-FFF2-40B4-BE49-F238E27FC236}">
                  <a16:creationId xmlns:a16="http://schemas.microsoft.com/office/drawing/2014/main" id="{AC2571C3-8BDC-AB7D-9C89-FB33DF2EF232}"/>
                </a:ext>
              </a:extLst>
            </p:cNvPr>
            <p:cNvSpPr txBox="1"/>
            <p:nvPr/>
          </p:nvSpPr>
          <p:spPr>
            <a:xfrm>
              <a:off x="737616" y="4289197"/>
              <a:ext cx="10716768" cy="923330"/>
            </a:xfrm>
            <a:prstGeom prst="rect">
              <a:avLst/>
            </a:prstGeom>
            <a:noFill/>
          </p:spPr>
          <p:txBody>
            <a:bodyPr wrap="square">
              <a:spAutoFit/>
            </a:bodyPr>
            <a:lstStyle/>
            <a:p>
              <a:r>
                <a:rPr lang="en-US" i="1" dirty="0">
                  <a:solidFill>
                    <a:schemeClr val="bg1"/>
                  </a:solidFill>
                </a:rPr>
                <a:t>However, the biggest problem with Bayes factors is none of these. Rather it is that people want to use them to do null hypothesis testing, and testing null hypotheses is the fuel of the garbage fire in the first place. </a:t>
              </a:r>
              <a:r>
                <a:rPr lang="en-US" b="1" i="1" dirty="0">
                  <a:solidFill>
                    <a:schemeClr val="bg1"/>
                  </a:solidFill>
                </a:rPr>
                <a:t>Cumulative science needs non-null scientific models and ways to confront them with data</a:t>
              </a:r>
              <a:r>
                <a:rPr lang="en-US" i="1" dirty="0">
                  <a:solidFill>
                    <a:schemeClr val="bg1"/>
                  </a:solidFill>
                </a:rPr>
                <a:t>. </a:t>
              </a:r>
              <a:endParaRPr lang="en-NZ" i="1" dirty="0">
                <a:solidFill>
                  <a:schemeClr val="bg1"/>
                </a:solidFill>
              </a:endParaRPr>
            </a:p>
          </p:txBody>
        </p:sp>
      </p:grpSp>
    </p:spTree>
    <p:extLst>
      <p:ext uri="{BB962C8B-B14F-4D97-AF65-F5344CB8AC3E}">
        <p14:creationId xmlns:p14="http://schemas.microsoft.com/office/powerpoint/2010/main" val="181338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B8DEF-0B26-CC6F-E7E8-D964FCA830E6}"/>
              </a:ext>
            </a:extLst>
          </p:cNvPr>
          <p:cNvSpPr>
            <a:spLocks noGrp="1"/>
          </p:cNvSpPr>
          <p:nvPr>
            <p:ph type="title"/>
          </p:nvPr>
        </p:nvSpPr>
        <p:spPr/>
        <p:txBody>
          <a:bodyPr/>
          <a:lstStyle/>
          <a:p>
            <a:r>
              <a:rPr lang="en-NZ" dirty="0">
                <a:solidFill>
                  <a:schemeClr val="bg1"/>
                </a:solidFill>
              </a:rPr>
              <a:t>Objectives</a:t>
            </a:r>
          </a:p>
        </p:txBody>
      </p:sp>
      <p:sp>
        <p:nvSpPr>
          <p:cNvPr id="3" name="Content Placeholder 2">
            <a:extLst>
              <a:ext uri="{FF2B5EF4-FFF2-40B4-BE49-F238E27FC236}">
                <a16:creationId xmlns:a16="http://schemas.microsoft.com/office/drawing/2014/main" id="{D4039AF6-074E-B25E-B64F-552EFDBCBCCF}"/>
              </a:ext>
            </a:extLst>
          </p:cNvPr>
          <p:cNvSpPr>
            <a:spLocks noGrp="1"/>
          </p:cNvSpPr>
          <p:nvPr>
            <p:ph idx="1"/>
          </p:nvPr>
        </p:nvSpPr>
        <p:spPr/>
        <p:txBody>
          <a:bodyPr/>
          <a:lstStyle/>
          <a:p>
            <a:r>
              <a:rPr lang="en-NZ" dirty="0">
                <a:solidFill>
                  <a:schemeClr val="bg1"/>
                </a:solidFill>
              </a:rPr>
              <a:t>Demystifying data modelling</a:t>
            </a:r>
          </a:p>
          <a:p>
            <a:r>
              <a:rPr lang="en-NZ" dirty="0">
                <a:solidFill>
                  <a:schemeClr val="bg1"/>
                </a:solidFill>
              </a:rPr>
              <a:t>Showing that modelling is more understandable than tests</a:t>
            </a:r>
          </a:p>
          <a:p>
            <a:r>
              <a:rPr lang="en-NZ" dirty="0">
                <a:solidFill>
                  <a:schemeClr val="bg1"/>
                </a:solidFill>
              </a:rPr>
              <a:t>Showing that we often model without knowing it</a:t>
            </a:r>
          </a:p>
          <a:p>
            <a:r>
              <a:rPr lang="en-NZ" dirty="0">
                <a:solidFill>
                  <a:schemeClr val="bg1"/>
                </a:solidFill>
              </a:rPr>
              <a:t>Moving to Bayesian models</a:t>
            </a:r>
          </a:p>
        </p:txBody>
      </p:sp>
    </p:spTree>
    <p:extLst>
      <p:ext uri="{BB962C8B-B14F-4D97-AF65-F5344CB8AC3E}">
        <p14:creationId xmlns:p14="http://schemas.microsoft.com/office/powerpoint/2010/main" val="1725611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2ED3-4A2E-7E75-2428-2ED3EB5C8E8C}"/>
              </a:ext>
            </a:extLst>
          </p:cNvPr>
          <p:cNvSpPr>
            <a:spLocks noGrp="1"/>
          </p:cNvSpPr>
          <p:nvPr>
            <p:ph type="title"/>
          </p:nvPr>
        </p:nvSpPr>
        <p:spPr/>
        <p:txBody>
          <a:bodyPr/>
          <a:lstStyle/>
          <a:p>
            <a:r>
              <a:rPr lang="en-NZ" dirty="0">
                <a:solidFill>
                  <a:schemeClr val="bg1"/>
                </a:solidFill>
              </a:rPr>
              <a:t>Approach</a:t>
            </a:r>
          </a:p>
        </p:txBody>
      </p:sp>
      <p:sp>
        <p:nvSpPr>
          <p:cNvPr id="3" name="Content Placeholder 2">
            <a:extLst>
              <a:ext uri="{FF2B5EF4-FFF2-40B4-BE49-F238E27FC236}">
                <a16:creationId xmlns:a16="http://schemas.microsoft.com/office/drawing/2014/main" id="{0D8E45E9-ECDE-C6B4-A514-5228B3229F65}"/>
              </a:ext>
            </a:extLst>
          </p:cNvPr>
          <p:cNvSpPr>
            <a:spLocks noGrp="1"/>
          </p:cNvSpPr>
          <p:nvPr>
            <p:ph idx="1"/>
          </p:nvPr>
        </p:nvSpPr>
        <p:spPr>
          <a:xfrm>
            <a:off x="838200" y="1825625"/>
            <a:ext cx="10515600" cy="1767967"/>
          </a:xfrm>
        </p:spPr>
        <p:txBody>
          <a:bodyPr/>
          <a:lstStyle/>
          <a:p>
            <a:r>
              <a:rPr lang="en-NZ" dirty="0">
                <a:solidFill>
                  <a:schemeClr val="bg1"/>
                </a:solidFill>
              </a:rPr>
              <a:t>Unpacking a simple ANOVA</a:t>
            </a:r>
          </a:p>
          <a:p>
            <a:r>
              <a:rPr lang="en-NZ" dirty="0">
                <a:solidFill>
                  <a:schemeClr val="bg1"/>
                </a:solidFill>
              </a:rPr>
              <a:t>Showing that ANOVA is a linear model* in disguise</a:t>
            </a:r>
          </a:p>
          <a:p>
            <a:r>
              <a:rPr lang="en-NZ" dirty="0">
                <a:solidFill>
                  <a:schemeClr val="bg1"/>
                </a:solidFill>
              </a:rPr>
              <a:t>Running a first Bayesian model</a:t>
            </a:r>
          </a:p>
        </p:txBody>
      </p:sp>
      <p:sp>
        <p:nvSpPr>
          <p:cNvPr id="4" name="TextBox 3">
            <a:extLst>
              <a:ext uri="{FF2B5EF4-FFF2-40B4-BE49-F238E27FC236}">
                <a16:creationId xmlns:a16="http://schemas.microsoft.com/office/drawing/2014/main" id="{3C22869D-ADB2-6BDD-068A-1082FFBB6BDA}"/>
              </a:ext>
            </a:extLst>
          </p:cNvPr>
          <p:cNvSpPr txBox="1"/>
          <p:nvPr/>
        </p:nvSpPr>
        <p:spPr>
          <a:xfrm>
            <a:off x="838200" y="6308209"/>
            <a:ext cx="5257800" cy="369332"/>
          </a:xfrm>
          <a:prstGeom prst="rect">
            <a:avLst/>
          </a:prstGeom>
          <a:noFill/>
        </p:spPr>
        <p:txBody>
          <a:bodyPr wrap="square" rtlCol="0">
            <a:spAutoFit/>
          </a:bodyPr>
          <a:lstStyle/>
          <a:p>
            <a:r>
              <a:rPr lang="en-NZ" dirty="0">
                <a:solidFill>
                  <a:schemeClr val="bg1"/>
                </a:solidFill>
              </a:rPr>
              <a:t>* Technically is a method applied to a linear model</a:t>
            </a:r>
          </a:p>
        </p:txBody>
      </p:sp>
    </p:spTree>
    <p:extLst>
      <p:ext uri="{BB962C8B-B14F-4D97-AF65-F5344CB8AC3E}">
        <p14:creationId xmlns:p14="http://schemas.microsoft.com/office/powerpoint/2010/main" val="1557565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32D3841-2910-A614-0C37-54A9726B863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331606" y="537798"/>
            <a:ext cx="5528787" cy="5782402"/>
          </a:xfrm>
          <a:prstGeom prst="rect">
            <a:avLst/>
          </a:prstGeom>
        </p:spPr>
      </p:pic>
      <p:sp>
        <p:nvSpPr>
          <p:cNvPr id="9" name="TextBox 8">
            <a:extLst>
              <a:ext uri="{FF2B5EF4-FFF2-40B4-BE49-F238E27FC236}">
                <a16:creationId xmlns:a16="http://schemas.microsoft.com/office/drawing/2014/main" id="{8C0F8C33-6998-2D97-761F-14A30D0154FA}"/>
              </a:ext>
            </a:extLst>
          </p:cNvPr>
          <p:cNvSpPr txBox="1"/>
          <p:nvPr/>
        </p:nvSpPr>
        <p:spPr>
          <a:xfrm>
            <a:off x="9656064" y="3105833"/>
            <a:ext cx="1938528" cy="646331"/>
          </a:xfrm>
          <a:prstGeom prst="rect">
            <a:avLst/>
          </a:prstGeom>
          <a:noFill/>
        </p:spPr>
        <p:txBody>
          <a:bodyPr wrap="square" rtlCol="0">
            <a:spAutoFit/>
          </a:bodyPr>
          <a:lstStyle/>
          <a:p>
            <a:r>
              <a:rPr lang="en-NZ" b="1" i="1" dirty="0">
                <a:solidFill>
                  <a:schemeClr val="bg1"/>
                </a:solidFill>
              </a:rPr>
              <a:t>Are the means different?</a:t>
            </a:r>
          </a:p>
        </p:txBody>
      </p:sp>
    </p:spTree>
    <p:extLst>
      <p:ext uri="{BB962C8B-B14F-4D97-AF65-F5344CB8AC3E}">
        <p14:creationId xmlns:p14="http://schemas.microsoft.com/office/powerpoint/2010/main" val="2489751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29E7-5690-C569-DD8C-2B7D79D8185A}"/>
              </a:ext>
            </a:extLst>
          </p:cNvPr>
          <p:cNvSpPr>
            <a:spLocks noGrp="1"/>
          </p:cNvSpPr>
          <p:nvPr>
            <p:ph type="title"/>
          </p:nvPr>
        </p:nvSpPr>
        <p:spPr/>
        <p:txBody>
          <a:bodyPr/>
          <a:lstStyle/>
          <a:p>
            <a:r>
              <a:rPr lang="en-NZ" dirty="0">
                <a:solidFill>
                  <a:schemeClr val="bg1"/>
                </a:solidFill>
              </a:rPr>
              <a:t>How can we answer this question?</a:t>
            </a:r>
          </a:p>
        </p:txBody>
      </p:sp>
      <p:graphicFrame>
        <p:nvGraphicFramePr>
          <p:cNvPr id="5" name="Table 4">
            <a:extLst>
              <a:ext uri="{FF2B5EF4-FFF2-40B4-BE49-F238E27FC236}">
                <a16:creationId xmlns:a16="http://schemas.microsoft.com/office/drawing/2014/main" id="{4AAFDBA2-833A-00C4-FA63-D149A856BDD5}"/>
              </a:ext>
            </a:extLst>
          </p:cNvPr>
          <p:cNvGraphicFramePr>
            <a:graphicFrameLocks noGrp="1"/>
          </p:cNvGraphicFramePr>
          <p:nvPr>
            <p:extLst>
              <p:ext uri="{D42A27DB-BD31-4B8C-83A1-F6EECF244321}">
                <p14:modId xmlns:p14="http://schemas.microsoft.com/office/powerpoint/2010/main" val="1738538546"/>
              </p:ext>
            </p:extLst>
          </p:nvPr>
        </p:nvGraphicFramePr>
        <p:xfrm>
          <a:off x="3998468" y="2872740"/>
          <a:ext cx="4195064" cy="1112520"/>
        </p:xfrm>
        <a:graphic>
          <a:graphicData uri="http://schemas.openxmlformats.org/drawingml/2006/table">
            <a:tbl>
              <a:tblPr firstRow="1" bandRow="1">
                <a:tableStyleId>{2D5ABB26-0587-4C30-8999-92F81FD0307C}</a:tableStyleId>
              </a:tblPr>
              <a:tblGrid>
                <a:gridCol w="1735328">
                  <a:extLst>
                    <a:ext uri="{9D8B030D-6E8A-4147-A177-3AD203B41FA5}">
                      <a16:colId xmlns:a16="http://schemas.microsoft.com/office/drawing/2014/main" val="4177353714"/>
                    </a:ext>
                  </a:extLst>
                </a:gridCol>
                <a:gridCol w="2459736">
                  <a:extLst>
                    <a:ext uri="{9D8B030D-6E8A-4147-A177-3AD203B41FA5}">
                      <a16:colId xmlns:a16="http://schemas.microsoft.com/office/drawing/2014/main" val="2185584769"/>
                    </a:ext>
                  </a:extLst>
                </a:gridCol>
              </a:tblGrid>
              <a:tr h="370840">
                <a:tc rowSpan="2">
                  <a:txBody>
                    <a:bodyPr/>
                    <a:lstStyle/>
                    <a:p>
                      <a:pPr algn="l"/>
                      <a:r>
                        <a:rPr lang="en-NZ" b="1" dirty="0">
                          <a:solidFill>
                            <a:srgbClr val="7030A0"/>
                          </a:solidFill>
                        </a:rPr>
                        <a:t>Frequentist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NZ" dirty="0">
                          <a:solidFill>
                            <a:schemeClr val="bg1"/>
                          </a:solidFill>
                        </a:rPr>
                        <a:t>ANOVA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dot"/>
                      <a:round/>
                      <a:headEnd type="none" w="med" len="med"/>
                      <a:tailEnd type="none" w="med" len="med"/>
                    </a:lnB>
                  </a:tcPr>
                </a:tc>
                <a:extLst>
                  <a:ext uri="{0D108BD9-81ED-4DB2-BD59-A6C34878D82A}">
                    <a16:rowId xmlns:a16="http://schemas.microsoft.com/office/drawing/2014/main" val="3818267059"/>
                  </a:ext>
                </a:extLst>
              </a:tr>
              <a:tr h="370840">
                <a:tc vMerge="1">
                  <a:txBody>
                    <a:bodyPr/>
                    <a:lstStyle/>
                    <a:p>
                      <a:endParaRPr lang="en-NZ" dirty="0">
                        <a:solidFill>
                          <a:schemeClr val="bg1"/>
                        </a:solidFill>
                      </a:endParaRPr>
                    </a:p>
                  </a:txBody>
                  <a:tcPr/>
                </a:tc>
                <a:tc>
                  <a:txBody>
                    <a:bodyPr/>
                    <a:lstStyle/>
                    <a:p>
                      <a:r>
                        <a:rPr lang="en-NZ" dirty="0">
                          <a:solidFill>
                            <a:schemeClr val="bg1"/>
                          </a:solidFill>
                        </a:rPr>
                        <a:t>Linear Moel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dot"/>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25578534"/>
                  </a:ext>
                </a:extLst>
              </a:tr>
              <a:tr h="370840">
                <a:tc>
                  <a:txBody>
                    <a:bodyPr/>
                    <a:lstStyle/>
                    <a:p>
                      <a:pPr algn="l"/>
                      <a:r>
                        <a:rPr lang="en-NZ" b="1" dirty="0">
                          <a:solidFill>
                            <a:srgbClr val="00B050"/>
                          </a:solidFill>
                        </a:rPr>
                        <a:t>Bayesian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NZ" dirty="0">
                          <a:solidFill>
                            <a:schemeClr val="bg1"/>
                          </a:solidFill>
                        </a:rPr>
                        <a:t>General Linear 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47394658"/>
                  </a:ext>
                </a:extLst>
              </a:tr>
            </a:tbl>
          </a:graphicData>
        </a:graphic>
      </p:graphicFrame>
    </p:spTree>
    <p:extLst>
      <p:ext uri="{BB962C8B-B14F-4D97-AF65-F5344CB8AC3E}">
        <p14:creationId xmlns:p14="http://schemas.microsoft.com/office/powerpoint/2010/main" val="436364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695C-D823-0E52-AE18-A0C7E9E34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64CA8-4586-0E61-B772-42D56A4B2FE2}"/>
              </a:ext>
            </a:extLst>
          </p:cNvPr>
          <p:cNvSpPr>
            <a:spLocks noGrp="1"/>
          </p:cNvSpPr>
          <p:nvPr>
            <p:ph type="title"/>
          </p:nvPr>
        </p:nvSpPr>
        <p:spPr/>
        <p:txBody>
          <a:bodyPr/>
          <a:lstStyle/>
          <a:p>
            <a:r>
              <a:rPr lang="en-NZ" dirty="0">
                <a:solidFill>
                  <a:schemeClr val="bg1"/>
                </a:solidFill>
              </a:rPr>
              <a:t>How can we answer this question?</a:t>
            </a:r>
          </a:p>
        </p:txBody>
      </p:sp>
      <p:graphicFrame>
        <p:nvGraphicFramePr>
          <p:cNvPr id="5" name="Table 4">
            <a:extLst>
              <a:ext uri="{FF2B5EF4-FFF2-40B4-BE49-F238E27FC236}">
                <a16:creationId xmlns:a16="http://schemas.microsoft.com/office/drawing/2014/main" id="{DDE958A6-9D4B-A284-46E8-4B382C90A7A1}"/>
              </a:ext>
            </a:extLst>
          </p:cNvPr>
          <p:cNvGraphicFramePr>
            <a:graphicFrameLocks noGrp="1"/>
          </p:cNvGraphicFramePr>
          <p:nvPr>
            <p:extLst>
              <p:ext uri="{D42A27DB-BD31-4B8C-83A1-F6EECF244321}">
                <p14:modId xmlns:p14="http://schemas.microsoft.com/office/powerpoint/2010/main" val="2544637852"/>
              </p:ext>
            </p:extLst>
          </p:nvPr>
        </p:nvGraphicFramePr>
        <p:xfrm>
          <a:off x="3998468" y="2921000"/>
          <a:ext cx="4195064" cy="1112520"/>
        </p:xfrm>
        <a:graphic>
          <a:graphicData uri="http://schemas.openxmlformats.org/drawingml/2006/table">
            <a:tbl>
              <a:tblPr firstRow="1" bandRow="1">
                <a:tableStyleId>{2D5ABB26-0587-4C30-8999-92F81FD0307C}</a:tableStyleId>
              </a:tblPr>
              <a:tblGrid>
                <a:gridCol w="1735328">
                  <a:extLst>
                    <a:ext uri="{9D8B030D-6E8A-4147-A177-3AD203B41FA5}">
                      <a16:colId xmlns:a16="http://schemas.microsoft.com/office/drawing/2014/main" val="4177353714"/>
                    </a:ext>
                  </a:extLst>
                </a:gridCol>
                <a:gridCol w="2459736">
                  <a:extLst>
                    <a:ext uri="{9D8B030D-6E8A-4147-A177-3AD203B41FA5}">
                      <a16:colId xmlns:a16="http://schemas.microsoft.com/office/drawing/2014/main" val="2185584769"/>
                    </a:ext>
                  </a:extLst>
                </a:gridCol>
              </a:tblGrid>
              <a:tr h="370840">
                <a:tc rowSpan="2">
                  <a:txBody>
                    <a:bodyPr/>
                    <a:lstStyle/>
                    <a:p>
                      <a:pPr algn="l"/>
                      <a:r>
                        <a:rPr lang="en-NZ" b="1" dirty="0">
                          <a:solidFill>
                            <a:srgbClr val="7030A0"/>
                          </a:solidFill>
                        </a:rPr>
                        <a:t>Frequentist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NZ" dirty="0">
                          <a:solidFill>
                            <a:schemeClr val="bg1"/>
                          </a:solidFill>
                        </a:rPr>
                        <a:t>ANOVA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dot"/>
                      <a:round/>
                      <a:headEnd type="none" w="med" len="med"/>
                      <a:tailEnd type="none" w="med" len="med"/>
                    </a:lnB>
                  </a:tcPr>
                </a:tc>
                <a:extLst>
                  <a:ext uri="{0D108BD9-81ED-4DB2-BD59-A6C34878D82A}">
                    <a16:rowId xmlns:a16="http://schemas.microsoft.com/office/drawing/2014/main" val="3818267059"/>
                  </a:ext>
                </a:extLst>
              </a:tr>
              <a:tr h="370840">
                <a:tc vMerge="1">
                  <a:txBody>
                    <a:bodyPr/>
                    <a:lstStyle/>
                    <a:p>
                      <a:endParaRPr lang="en-NZ" dirty="0">
                        <a:solidFill>
                          <a:schemeClr val="bg1"/>
                        </a:solidFill>
                      </a:endParaRPr>
                    </a:p>
                  </a:txBody>
                  <a:tcPr/>
                </a:tc>
                <a:tc>
                  <a:txBody>
                    <a:bodyPr/>
                    <a:lstStyle/>
                    <a:p>
                      <a:r>
                        <a:rPr lang="en-NZ" dirty="0">
                          <a:solidFill>
                            <a:schemeClr val="bg1"/>
                          </a:solidFill>
                        </a:rPr>
                        <a:t>Linear Moel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dot"/>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25578534"/>
                  </a:ext>
                </a:extLst>
              </a:tr>
              <a:tr h="370840">
                <a:tc>
                  <a:txBody>
                    <a:bodyPr/>
                    <a:lstStyle/>
                    <a:p>
                      <a:pPr algn="l"/>
                      <a:r>
                        <a:rPr lang="en-NZ" b="1" dirty="0">
                          <a:solidFill>
                            <a:srgbClr val="00B050"/>
                          </a:solidFill>
                        </a:rPr>
                        <a:t>Bayesian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NZ" dirty="0">
                          <a:solidFill>
                            <a:schemeClr val="bg1"/>
                          </a:solidFill>
                        </a:rPr>
                        <a:t>General Linear Model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47394658"/>
                  </a:ext>
                </a:extLst>
              </a:tr>
            </a:tbl>
          </a:graphicData>
        </a:graphic>
      </p:graphicFrame>
      <p:sp>
        <p:nvSpPr>
          <p:cNvPr id="3" name="TextBox 2">
            <a:extLst>
              <a:ext uri="{FF2B5EF4-FFF2-40B4-BE49-F238E27FC236}">
                <a16:creationId xmlns:a16="http://schemas.microsoft.com/office/drawing/2014/main" id="{8F257AA6-7BAF-40EA-0909-DB2FB5A3A2BF}"/>
              </a:ext>
            </a:extLst>
          </p:cNvPr>
          <p:cNvSpPr txBox="1"/>
          <p:nvPr/>
        </p:nvSpPr>
        <p:spPr>
          <a:xfrm>
            <a:off x="838200" y="4782312"/>
            <a:ext cx="9765792" cy="1477328"/>
          </a:xfrm>
          <a:prstGeom prst="rect">
            <a:avLst/>
          </a:prstGeom>
          <a:noFill/>
        </p:spPr>
        <p:txBody>
          <a:bodyPr wrap="square" rtlCol="0">
            <a:spAutoFit/>
          </a:bodyPr>
          <a:lstStyle/>
          <a:p>
            <a:r>
              <a:rPr lang="en-NZ" dirty="0">
                <a:solidFill>
                  <a:schemeClr val="bg1"/>
                </a:solidFill>
              </a:rPr>
              <a:t>Argument: </a:t>
            </a:r>
          </a:p>
          <a:p>
            <a:pPr marL="342900" indent="-342900">
              <a:buFont typeface="+mj-lt"/>
              <a:buAutoNum type="alphaLcParenR"/>
            </a:pPr>
            <a:r>
              <a:rPr lang="en-NZ" dirty="0">
                <a:solidFill>
                  <a:schemeClr val="bg1"/>
                </a:solidFill>
              </a:rPr>
              <a:t>ANOVA and Linear Model are equivalent</a:t>
            </a:r>
          </a:p>
          <a:p>
            <a:pPr marL="342900" indent="-342900">
              <a:buFont typeface="+mj-lt"/>
              <a:buAutoNum type="alphaLcParenR"/>
            </a:pPr>
            <a:r>
              <a:rPr lang="en-NZ" dirty="0">
                <a:solidFill>
                  <a:schemeClr val="bg1"/>
                </a:solidFill>
              </a:rPr>
              <a:t>Linear models are more flexible than standard tests</a:t>
            </a:r>
          </a:p>
          <a:p>
            <a:pPr marL="342900" indent="-342900">
              <a:buFont typeface="+mj-lt"/>
              <a:buAutoNum type="alphaLcParenR"/>
            </a:pPr>
            <a:r>
              <a:rPr lang="en-NZ" dirty="0">
                <a:solidFill>
                  <a:schemeClr val="bg1"/>
                </a:solidFill>
              </a:rPr>
              <a:t>Bayesian models offer more information than frequentists linear models</a:t>
            </a:r>
          </a:p>
          <a:p>
            <a:pPr marL="342900" indent="-342900">
              <a:buFont typeface="+mj-lt"/>
              <a:buAutoNum type="alphaLcParenR"/>
            </a:pPr>
            <a:r>
              <a:rPr lang="en-NZ" dirty="0">
                <a:solidFill>
                  <a:schemeClr val="bg1"/>
                </a:solidFill>
              </a:rPr>
              <a:t>Then: we should opt for Bayesian models</a:t>
            </a:r>
          </a:p>
        </p:txBody>
      </p:sp>
    </p:spTree>
    <p:extLst>
      <p:ext uri="{BB962C8B-B14F-4D97-AF65-F5344CB8AC3E}">
        <p14:creationId xmlns:p14="http://schemas.microsoft.com/office/powerpoint/2010/main" val="4294346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03FE-023F-1812-ACCC-0D23E6E65C34}"/>
              </a:ext>
            </a:extLst>
          </p:cNvPr>
          <p:cNvSpPr>
            <a:spLocks noGrp="1"/>
          </p:cNvSpPr>
          <p:nvPr>
            <p:ph type="title"/>
          </p:nvPr>
        </p:nvSpPr>
        <p:spPr/>
        <p:txBody>
          <a:bodyPr/>
          <a:lstStyle/>
          <a:p>
            <a:r>
              <a:rPr lang="en-NZ" dirty="0">
                <a:solidFill>
                  <a:schemeClr val="bg1"/>
                </a:solidFill>
              </a:rPr>
              <a:t>Steps</a:t>
            </a:r>
          </a:p>
        </p:txBody>
      </p:sp>
      <p:sp>
        <p:nvSpPr>
          <p:cNvPr id="3" name="Content Placeholder 2">
            <a:extLst>
              <a:ext uri="{FF2B5EF4-FFF2-40B4-BE49-F238E27FC236}">
                <a16:creationId xmlns:a16="http://schemas.microsoft.com/office/drawing/2014/main" id="{B7E30212-CD64-C6F1-9296-8A0C592205D4}"/>
              </a:ext>
            </a:extLst>
          </p:cNvPr>
          <p:cNvSpPr>
            <a:spLocks noGrp="1"/>
          </p:cNvSpPr>
          <p:nvPr>
            <p:ph idx="1"/>
          </p:nvPr>
        </p:nvSpPr>
        <p:spPr/>
        <p:txBody>
          <a:bodyPr/>
          <a:lstStyle/>
          <a:p>
            <a:pPr marL="514350" indent="-514350">
              <a:buFont typeface="+mj-lt"/>
              <a:buAutoNum type="arabicPeriod"/>
            </a:pPr>
            <a:r>
              <a:rPr lang="en-NZ" dirty="0">
                <a:solidFill>
                  <a:schemeClr val="bg1"/>
                </a:solidFill>
              </a:rPr>
              <a:t>Load data</a:t>
            </a:r>
          </a:p>
          <a:p>
            <a:pPr marL="514350" indent="-514350">
              <a:buFont typeface="+mj-lt"/>
              <a:buAutoNum type="arabicPeriod"/>
            </a:pPr>
            <a:r>
              <a:rPr lang="en-NZ" dirty="0">
                <a:solidFill>
                  <a:schemeClr val="bg1"/>
                </a:solidFill>
              </a:rPr>
              <a:t>Compute participants’ and conditions’ averages</a:t>
            </a:r>
          </a:p>
          <a:p>
            <a:pPr marL="514350" indent="-514350">
              <a:buFont typeface="+mj-lt"/>
              <a:buAutoNum type="arabicPeriod"/>
            </a:pPr>
            <a:r>
              <a:rPr lang="en-NZ" dirty="0">
                <a:solidFill>
                  <a:schemeClr val="bg1"/>
                </a:solidFill>
              </a:rPr>
              <a:t>Compute Variance Metrics</a:t>
            </a:r>
          </a:p>
          <a:p>
            <a:pPr marL="514350" indent="-514350">
              <a:buFont typeface="+mj-lt"/>
              <a:buAutoNum type="arabicPeriod"/>
            </a:pPr>
            <a:r>
              <a:rPr lang="en-NZ" dirty="0">
                <a:solidFill>
                  <a:schemeClr val="bg1"/>
                </a:solidFill>
              </a:rPr>
              <a:t>Get F-statistics</a:t>
            </a:r>
          </a:p>
          <a:p>
            <a:pPr marL="514350" indent="-514350">
              <a:buFont typeface="+mj-lt"/>
              <a:buAutoNum type="arabicPeriod"/>
            </a:pPr>
            <a:r>
              <a:rPr lang="en-NZ" dirty="0">
                <a:solidFill>
                  <a:schemeClr val="bg1"/>
                </a:solidFill>
              </a:rPr>
              <a:t>Working on p-value</a:t>
            </a:r>
          </a:p>
        </p:txBody>
      </p:sp>
      <p:sp>
        <p:nvSpPr>
          <p:cNvPr id="5" name="TextBox 4">
            <a:extLst>
              <a:ext uri="{FF2B5EF4-FFF2-40B4-BE49-F238E27FC236}">
                <a16:creationId xmlns:a16="http://schemas.microsoft.com/office/drawing/2014/main" id="{26AB3340-6550-8DA3-CC36-1534A09800CE}"/>
              </a:ext>
            </a:extLst>
          </p:cNvPr>
          <p:cNvSpPr txBox="1"/>
          <p:nvPr/>
        </p:nvSpPr>
        <p:spPr>
          <a:xfrm>
            <a:off x="0" y="5246870"/>
            <a:ext cx="12192000" cy="369332"/>
          </a:xfrm>
          <a:prstGeom prst="rect">
            <a:avLst/>
          </a:prstGeom>
          <a:noFill/>
        </p:spPr>
        <p:txBody>
          <a:bodyPr wrap="square">
            <a:spAutoFit/>
          </a:bodyPr>
          <a:lstStyle/>
          <a:p>
            <a:pPr algn="ctr"/>
            <a:r>
              <a:rPr lang="en-NZ" dirty="0">
                <a:solidFill>
                  <a:schemeClr val="bg1"/>
                </a:solidFill>
              </a:rPr>
              <a:t>NOTE: The code needs to be adjusted (do not rush through)</a:t>
            </a:r>
          </a:p>
        </p:txBody>
      </p:sp>
    </p:spTree>
    <p:extLst>
      <p:ext uri="{BB962C8B-B14F-4D97-AF65-F5344CB8AC3E}">
        <p14:creationId xmlns:p14="http://schemas.microsoft.com/office/powerpoint/2010/main" val="209487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E91EE-51B6-7538-0DDE-327D8479A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D1511-96F6-4460-AA6C-902F8162456C}"/>
              </a:ext>
            </a:extLst>
          </p:cNvPr>
          <p:cNvSpPr>
            <a:spLocks noGrp="1"/>
          </p:cNvSpPr>
          <p:nvPr>
            <p:ph type="title"/>
          </p:nvPr>
        </p:nvSpPr>
        <p:spPr/>
        <p:txBody>
          <a:bodyPr/>
          <a:lstStyle/>
          <a:p>
            <a:r>
              <a:rPr lang="en-NZ" dirty="0">
                <a:solidFill>
                  <a:schemeClr val="bg1"/>
                </a:solidFill>
              </a:rPr>
              <a:t>Why Variance</a:t>
            </a:r>
          </a:p>
        </p:txBody>
      </p:sp>
      <p:sp>
        <p:nvSpPr>
          <p:cNvPr id="5" name="Content Placeholder 4">
            <a:extLst>
              <a:ext uri="{FF2B5EF4-FFF2-40B4-BE49-F238E27FC236}">
                <a16:creationId xmlns:a16="http://schemas.microsoft.com/office/drawing/2014/main" id="{D44CAF6E-00AA-3D86-FFF1-0F5DB99486A1}"/>
              </a:ext>
            </a:extLst>
          </p:cNvPr>
          <p:cNvSpPr>
            <a:spLocks noGrp="1"/>
          </p:cNvSpPr>
          <p:nvPr>
            <p:ph idx="1"/>
          </p:nvPr>
        </p:nvSpPr>
        <p:spPr>
          <a:xfrm>
            <a:off x="838200" y="1320800"/>
            <a:ext cx="10515600" cy="624967"/>
          </a:xfrm>
        </p:spPr>
        <p:txBody>
          <a:bodyPr/>
          <a:lstStyle/>
          <a:p>
            <a:r>
              <a:rPr lang="en-NZ" dirty="0">
                <a:solidFill>
                  <a:schemeClr val="bg1"/>
                </a:solidFill>
              </a:rPr>
              <a:t>Why do we use analysis of variance to test a difference in means?</a:t>
            </a:r>
          </a:p>
        </p:txBody>
      </p:sp>
    </p:spTree>
    <p:extLst>
      <p:ext uri="{BB962C8B-B14F-4D97-AF65-F5344CB8AC3E}">
        <p14:creationId xmlns:p14="http://schemas.microsoft.com/office/powerpoint/2010/main" val="3019620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621E9-6DF9-DACC-F97E-AF4379D1F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A8B86-9439-166D-BACE-1A398662A157}"/>
              </a:ext>
            </a:extLst>
          </p:cNvPr>
          <p:cNvSpPr>
            <a:spLocks noGrp="1"/>
          </p:cNvSpPr>
          <p:nvPr>
            <p:ph type="title"/>
          </p:nvPr>
        </p:nvSpPr>
        <p:spPr/>
        <p:txBody>
          <a:bodyPr/>
          <a:lstStyle/>
          <a:p>
            <a:r>
              <a:rPr lang="en-NZ" dirty="0">
                <a:solidFill>
                  <a:schemeClr val="bg1"/>
                </a:solidFill>
              </a:rPr>
              <a:t>Why Variance</a:t>
            </a:r>
          </a:p>
        </p:txBody>
      </p:sp>
      <p:sp>
        <p:nvSpPr>
          <p:cNvPr id="5" name="Content Placeholder 4">
            <a:extLst>
              <a:ext uri="{FF2B5EF4-FFF2-40B4-BE49-F238E27FC236}">
                <a16:creationId xmlns:a16="http://schemas.microsoft.com/office/drawing/2014/main" id="{5ECC9EB3-2713-F476-71D8-6CAC591B3FB4}"/>
              </a:ext>
            </a:extLst>
          </p:cNvPr>
          <p:cNvSpPr>
            <a:spLocks noGrp="1"/>
          </p:cNvSpPr>
          <p:nvPr>
            <p:ph idx="1"/>
          </p:nvPr>
        </p:nvSpPr>
        <p:spPr>
          <a:xfrm>
            <a:off x="838200" y="1320800"/>
            <a:ext cx="10515600" cy="624967"/>
          </a:xfrm>
        </p:spPr>
        <p:txBody>
          <a:bodyPr/>
          <a:lstStyle/>
          <a:p>
            <a:r>
              <a:rPr lang="en-NZ" dirty="0">
                <a:solidFill>
                  <a:schemeClr val="bg1"/>
                </a:solidFill>
              </a:rPr>
              <a:t>Why do we use analysis of variance to test a difference in means?</a:t>
            </a:r>
          </a:p>
        </p:txBody>
      </p:sp>
      <p:grpSp>
        <p:nvGrpSpPr>
          <p:cNvPr id="12" name="Group 11">
            <a:extLst>
              <a:ext uri="{FF2B5EF4-FFF2-40B4-BE49-F238E27FC236}">
                <a16:creationId xmlns:a16="http://schemas.microsoft.com/office/drawing/2014/main" id="{ACC654DF-98CF-34CB-EA79-2E27D5707229}"/>
              </a:ext>
            </a:extLst>
          </p:cNvPr>
          <p:cNvGrpSpPr/>
          <p:nvPr/>
        </p:nvGrpSpPr>
        <p:grpSpPr>
          <a:xfrm>
            <a:off x="1282001" y="1945767"/>
            <a:ext cx="4635373" cy="4848004"/>
            <a:chOff x="3778313" y="1945767"/>
            <a:chExt cx="4635373" cy="4848004"/>
          </a:xfrm>
        </p:grpSpPr>
        <p:pic>
          <p:nvPicPr>
            <p:cNvPr id="4" name="Graphic 3">
              <a:extLst>
                <a:ext uri="{FF2B5EF4-FFF2-40B4-BE49-F238E27FC236}">
                  <a16:creationId xmlns:a16="http://schemas.microsoft.com/office/drawing/2014/main" id="{692AEC61-D23D-98B8-811B-0832EF86EE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78313" y="1945767"/>
              <a:ext cx="4635373" cy="4848004"/>
            </a:xfrm>
            <a:prstGeom prst="rect">
              <a:avLst/>
            </a:prstGeom>
          </p:spPr>
        </p:pic>
        <p:cxnSp>
          <p:nvCxnSpPr>
            <p:cNvPr id="6" name="Straight Arrow Connector 5">
              <a:extLst>
                <a:ext uri="{FF2B5EF4-FFF2-40B4-BE49-F238E27FC236}">
                  <a16:creationId xmlns:a16="http://schemas.microsoft.com/office/drawing/2014/main" id="{87A999BF-D377-4EE1-2654-D350F3578FD5}"/>
                </a:ext>
              </a:extLst>
            </p:cNvPr>
            <p:cNvCxnSpPr/>
            <p:nvPr/>
          </p:nvCxnSpPr>
          <p:spPr>
            <a:xfrm>
              <a:off x="5219700" y="4448175"/>
              <a:ext cx="685800" cy="0"/>
            </a:xfrm>
            <a:prstGeom prst="straightConnector1">
              <a:avLst/>
            </a:prstGeom>
            <a:ln w="38100">
              <a:solidFill>
                <a:schemeClr val="accent4">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78FE40F-181C-6C02-0FA8-DF933F103BB6}"/>
                </a:ext>
              </a:extLst>
            </p:cNvPr>
            <p:cNvCxnSpPr/>
            <p:nvPr/>
          </p:nvCxnSpPr>
          <p:spPr>
            <a:xfrm>
              <a:off x="6496812" y="4448175"/>
              <a:ext cx="685800" cy="0"/>
            </a:xfrm>
            <a:prstGeom prst="straightConnector1">
              <a:avLst/>
            </a:prstGeom>
            <a:ln w="38100">
              <a:solidFill>
                <a:srgbClr val="0070C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BEE77A4-3597-7562-266C-2DDB4A6BF93D}"/>
                </a:ext>
              </a:extLst>
            </p:cNvPr>
            <p:cNvCxnSpPr>
              <a:cxnSpLocks/>
            </p:cNvCxnSpPr>
            <p:nvPr/>
          </p:nvCxnSpPr>
          <p:spPr>
            <a:xfrm>
              <a:off x="5562600" y="2159127"/>
              <a:ext cx="1277112" cy="0"/>
            </a:xfrm>
            <a:prstGeom prst="straightConnector1">
              <a:avLst/>
            </a:prstGeom>
            <a:ln w="38100">
              <a:solidFill>
                <a:schemeClr val="accent2">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42FD80DD-1212-D670-2F62-0D87C16BE73E}"/>
              </a:ext>
            </a:extLst>
          </p:cNvPr>
          <p:cNvSpPr txBox="1"/>
          <p:nvPr/>
        </p:nvSpPr>
        <p:spPr>
          <a:xfrm>
            <a:off x="6274627" y="1945767"/>
            <a:ext cx="5522973" cy="923330"/>
          </a:xfrm>
          <a:prstGeom prst="rect">
            <a:avLst/>
          </a:prstGeom>
          <a:noFill/>
        </p:spPr>
        <p:txBody>
          <a:bodyPr wrap="square" rtlCol="0">
            <a:spAutoFit/>
          </a:bodyPr>
          <a:lstStyle/>
          <a:p>
            <a:r>
              <a:rPr lang="en-NZ" dirty="0">
                <a:solidFill>
                  <a:schemeClr val="bg1"/>
                </a:solidFill>
              </a:rPr>
              <a:t>If </a:t>
            </a:r>
            <a:r>
              <a:rPr lang="en-NZ" dirty="0">
                <a:solidFill>
                  <a:schemeClr val="accent2">
                    <a:lumMod val="75000"/>
                  </a:schemeClr>
                </a:solidFill>
              </a:rPr>
              <a:t>variance between groups </a:t>
            </a:r>
            <a:r>
              <a:rPr lang="en-NZ" dirty="0">
                <a:solidFill>
                  <a:schemeClr val="bg1"/>
                </a:solidFill>
              </a:rPr>
              <a:t>is higher than </a:t>
            </a:r>
            <a:r>
              <a:rPr lang="en-NZ" dirty="0">
                <a:solidFill>
                  <a:srgbClr val="0070C0"/>
                </a:solidFill>
              </a:rPr>
              <a:t>variance within groups</a:t>
            </a:r>
            <a:r>
              <a:rPr lang="en-NZ" dirty="0">
                <a:solidFill>
                  <a:schemeClr val="bg1"/>
                </a:solidFill>
              </a:rPr>
              <a:t>, then the observations are likely drawn from two different distributions</a:t>
            </a:r>
          </a:p>
        </p:txBody>
      </p:sp>
    </p:spTree>
    <p:extLst>
      <p:ext uri="{BB962C8B-B14F-4D97-AF65-F5344CB8AC3E}">
        <p14:creationId xmlns:p14="http://schemas.microsoft.com/office/powerpoint/2010/main" val="568599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5E60-BB87-704D-7DC8-3B6BC659C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FABC2-7A31-032C-402F-B79F8BFBD065}"/>
              </a:ext>
            </a:extLst>
          </p:cNvPr>
          <p:cNvSpPr>
            <a:spLocks noGrp="1"/>
          </p:cNvSpPr>
          <p:nvPr>
            <p:ph type="title"/>
          </p:nvPr>
        </p:nvSpPr>
        <p:spPr/>
        <p:txBody>
          <a:bodyPr/>
          <a:lstStyle/>
          <a:p>
            <a:r>
              <a:rPr lang="en-NZ" dirty="0">
                <a:solidFill>
                  <a:schemeClr val="bg1"/>
                </a:solidFill>
              </a:rPr>
              <a:t>Why Variance</a:t>
            </a:r>
          </a:p>
        </p:txBody>
      </p:sp>
      <p:sp>
        <p:nvSpPr>
          <p:cNvPr id="5" name="Content Placeholder 4">
            <a:extLst>
              <a:ext uri="{FF2B5EF4-FFF2-40B4-BE49-F238E27FC236}">
                <a16:creationId xmlns:a16="http://schemas.microsoft.com/office/drawing/2014/main" id="{9C11B107-A9F3-D684-F8E0-B65A7EB52914}"/>
              </a:ext>
            </a:extLst>
          </p:cNvPr>
          <p:cNvSpPr>
            <a:spLocks noGrp="1"/>
          </p:cNvSpPr>
          <p:nvPr>
            <p:ph idx="1"/>
          </p:nvPr>
        </p:nvSpPr>
        <p:spPr>
          <a:xfrm>
            <a:off x="838200" y="1320800"/>
            <a:ext cx="10515600" cy="624967"/>
          </a:xfrm>
        </p:spPr>
        <p:txBody>
          <a:bodyPr/>
          <a:lstStyle/>
          <a:p>
            <a:r>
              <a:rPr lang="en-NZ" dirty="0">
                <a:solidFill>
                  <a:schemeClr val="bg1"/>
                </a:solidFill>
              </a:rPr>
              <a:t>Why do we use analysis of variance to test a difference in means?</a:t>
            </a:r>
          </a:p>
        </p:txBody>
      </p:sp>
      <p:pic>
        <p:nvPicPr>
          <p:cNvPr id="4" name="Graphic 3">
            <a:extLst>
              <a:ext uri="{FF2B5EF4-FFF2-40B4-BE49-F238E27FC236}">
                <a16:creationId xmlns:a16="http://schemas.microsoft.com/office/drawing/2014/main" id="{F55255BC-CFD6-8200-3DF5-DB0C9D6AFCAF}"/>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282001" y="1945767"/>
            <a:ext cx="4635372" cy="4848004"/>
          </a:xfrm>
          <a:prstGeom prst="rect">
            <a:avLst/>
          </a:prstGeom>
        </p:spPr>
      </p:pic>
      <p:sp>
        <p:nvSpPr>
          <p:cNvPr id="11" name="TextBox 10">
            <a:extLst>
              <a:ext uri="{FF2B5EF4-FFF2-40B4-BE49-F238E27FC236}">
                <a16:creationId xmlns:a16="http://schemas.microsoft.com/office/drawing/2014/main" id="{425CC705-0E40-ADA2-BB47-8AF8092A4C8B}"/>
              </a:ext>
            </a:extLst>
          </p:cNvPr>
          <p:cNvSpPr txBox="1"/>
          <p:nvPr/>
        </p:nvSpPr>
        <p:spPr>
          <a:xfrm>
            <a:off x="6274627" y="1945767"/>
            <a:ext cx="5522973" cy="892552"/>
          </a:xfrm>
          <a:prstGeom prst="rect">
            <a:avLst/>
          </a:prstGeom>
          <a:noFill/>
        </p:spPr>
        <p:txBody>
          <a:bodyPr wrap="square" rtlCol="0">
            <a:spAutoFit/>
          </a:bodyPr>
          <a:lstStyle/>
          <a:p>
            <a:r>
              <a:rPr lang="en-NZ" dirty="0">
                <a:solidFill>
                  <a:schemeClr val="bg1"/>
                </a:solidFill>
              </a:rPr>
              <a:t>Otherwise, it’s </a:t>
            </a:r>
            <a:r>
              <a:rPr lang="en-NZ" b="1" u="sng" dirty="0">
                <a:solidFill>
                  <a:schemeClr val="bg1"/>
                </a:solidFill>
              </a:rPr>
              <a:t>hard to tell</a:t>
            </a:r>
          </a:p>
          <a:p>
            <a:endParaRPr lang="en-NZ" b="1" u="sng" dirty="0">
              <a:solidFill>
                <a:schemeClr val="bg1"/>
              </a:solidFill>
            </a:endParaRPr>
          </a:p>
          <a:p>
            <a:r>
              <a:rPr lang="en-NZ" sz="1400" dirty="0">
                <a:solidFill>
                  <a:schemeClr val="bg1"/>
                </a:solidFill>
              </a:rPr>
              <a:t>NOTE: This has implications for interpreting a null result!</a:t>
            </a:r>
          </a:p>
        </p:txBody>
      </p:sp>
      <p:cxnSp>
        <p:nvCxnSpPr>
          <p:cNvPr id="15" name="Straight Arrow Connector 14">
            <a:extLst>
              <a:ext uri="{FF2B5EF4-FFF2-40B4-BE49-F238E27FC236}">
                <a16:creationId xmlns:a16="http://schemas.microsoft.com/office/drawing/2014/main" id="{450DC2CE-84F6-B6C9-F9F7-3FC66C11A695}"/>
              </a:ext>
            </a:extLst>
          </p:cNvPr>
          <p:cNvCxnSpPr>
            <a:cxnSpLocks/>
          </p:cNvCxnSpPr>
          <p:nvPr/>
        </p:nvCxnSpPr>
        <p:spPr>
          <a:xfrm>
            <a:off x="2798064" y="5266944"/>
            <a:ext cx="1837944" cy="0"/>
          </a:xfrm>
          <a:prstGeom prst="straightConnector1">
            <a:avLst/>
          </a:prstGeom>
          <a:ln w="38100">
            <a:solidFill>
              <a:srgbClr val="0070C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9CED814-8347-CE78-3561-72C74AA22B2D}"/>
              </a:ext>
            </a:extLst>
          </p:cNvPr>
          <p:cNvCxnSpPr>
            <a:cxnSpLocks/>
          </p:cNvCxnSpPr>
          <p:nvPr/>
        </p:nvCxnSpPr>
        <p:spPr>
          <a:xfrm>
            <a:off x="3828288" y="4459224"/>
            <a:ext cx="908304" cy="0"/>
          </a:xfrm>
          <a:prstGeom prst="straightConnector1">
            <a:avLst/>
          </a:prstGeom>
          <a:ln w="38100">
            <a:solidFill>
              <a:srgbClr val="0070C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271E910-5096-7A84-C797-47CD32FB6F03}"/>
              </a:ext>
            </a:extLst>
          </p:cNvPr>
          <p:cNvCxnSpPr>
            <a:cxnSpLocks/>
          </p:cNvCxnSpPr>
          <p:nvPr/>
        </p:nvCxnSpPr>
        <p:spPr>
          <a:xfrm>
            <a:off x="3666744" y="2151888"/>
            <a:ext cx="624840" cy="0"/>
          </a:xfrm>
          <a:prstGeom prst="straightConnector1">
            <a:avLst/>
          </a:prstGeom>
          <a:ln w="38100">
            <a:solidFill>
              <a:schemeClr val="accent2">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639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9363-8474-7B0D-81D4-E82ED5CA4E38}"/>
              </a:ext>
            </a:extLst>
          </p:cNvPr>
          <p:cNvSpPr>
            <a:spLocks noGrp="1"/>
          </p:cNvSpPr>
          <p:nvPr>
            <p:ph type="title"/>
          </p:nvPr>
        </p:nvSpPr>
        <p:spPr/>
        <p:txBody>
          <a:bodyPr/>
          <a:lstStyle/>
          <a:p>
            <a:r>
              <a:rPr lang="en-NZ" dirty="0">
                <a:solidFill>
                  <a:schemeClr val="bg1"/>
                </a:solidFill>
              </a:rPr>
              <a:t>F-value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F4189B4-FA9E-BE42-5614-18E4CD66E4F0}"/>
                  </a:ext>
                </a:extLst>
              </p:cNvPr>
              <p:cNvSpPr txBox="1"/>
              <p:nvPr/>
            </p:nvSpPr>
            <p:spPr>
              <a:xfrm>
                <a:off x="838200" y="3142703"/>
                <a:ext cx="10515600" cy="10305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NZ" b="0" i="1" smtClean="0">
                          <a:solidFill>
                            <a:schemeClr val="bg1"/>
                          </a:solidFill>
                          <a:latin typeface="Cambria Math" panose="02040503050406030204" pitchFamily="18" charset="0"/>
                        </a:rPr>
                        <m:t>𝐹</m:t>
                      </m:r>
                      <m:r>
                        <a:rPr lang="en-NZ" b="0" i="1" smtClean="0">
                          <a:solidFill>
                            <a:schemeClr val="bg1"/>
                          </a:solidFill>
                          <a:latin typeface="Cambria Math" panose="02040503050406030204" pitchFamily="18" charset="0"/>
                        </a:rPr>
                        <m:t>= </m:t>
                      </m:r>
                      <m:f>
                        <m:fPr>
                          <m:ctrlPr>
                            <a:rPr lang="en-NZ" b="0" i="1" smtClean="0">
                              <a:solidFill>
                                <a:schemeClr val="bg1"/>
                              </a:solidFill>
                              <a:latin typeface="Cambria Math" panose="02040503050406030204" pitchFamily="18" charset="0"/>
                            </a:rPr>
                          </m:ctrlPr>
                        </m:fPr>
                        <m:num>
                          <m:r>
                            <a:rPr lang="en-NZ" b="0" i="1" smtClean="0">
                              <a:solidFill>
                                <a:schemeClr val="bg1"/>
                              </a:solidFill>
                              <a:latin typeface="Cambria Math" panose="02040503050406030204" pitchFamily="18" charset="0"/>
                            </a:rPr>
                            <m:t>𝐵𝑒𝑡𝑤𝑒𝑒𝑛</m:t>
                          </m:r>
                          <m:r>
                            <a:rPr lang="en-NZ" b="0" i="1" smtClean="0">
                              <a:solidFill>
                                <a:schemeClr val="bg1"/>
                              </a:solidFill>
                              <a:latin typeface="Cambria Math" panose="02040503050406030204" pitchFamily="18" charset="0"/>
                            </a:rPr>
                            <m:t> </m:t>
                          </m:r>
                          <m:r>
                            <a:rPr lang="en-NZ" b="0" i="1" smtClean="0">
                              <a:solidFill>
                                <a:schemeClr val="bg1"/>
                              </a:solidFill>
                              <a:latin typeface="Cambria Math" panose="02040503050406030204" pitchFamily="18" charset="0"/>
                            </a:rPr>
                            <m:t>𝐺𝑟𝑜𝑢𝑝</m:t>
                          </m:r>
                          <m:r>
                            <a:rPr lang="en-NZ" b="0" i="1" smtClean="0">
                              <a:solidFill>
                                <a:schemeClr val="bg1"/>
                              </a:solidFill>
                              <a:latin typeface="Cambria Math" panose="02040503050406030204" pitchFamily="18" charset="0"/>
                            </a:rPr>
                            <m:t> </m:t>
                          </m:r>
                          <m:r>
                            <a:rPr lang="en-NZ" b="0" i="1" smtClean="0">
                              <a:solidFill>
                                <a:schemeClr val="bg1"/>
                              </a:solidFill>
                              <a:latin typeface="Cambria Math" panose="02040503050406030204" pitchFamily="18" charset="0"/>
                            </a:rPr>
                            <m:t>𝑉𝑎𝑟𝑖𝑎𝑏𝑖𝑙𝑖𝑡𝑦</m:t>
                          </m:r>
                        </m:num>
                        <m:den>
                          <m:r>
                            <a:rPr lang="en-NZ" b="0" i="1" smtClean="0">
                              <a:solidFill>
                                <a:schemeClr val="bg1"/>
                              </a:solidFill>
                              <a:latin typeface="Cambria Math" panose="02040503050406030204" pitchFamily="18" charset="0"/>
                            </a:rPr>
                            <m:t>𝑊𝑖𝑡h𝑖𝑛</m:t>
                          </m:r>
                          <m:r>
                            <a:rPr lang="en-NZ" b="0" i="1" smtClean="0">
                              <a:solidFill>
                                <a:schemeClr val="bg1"/>
                              </a:solidFill>
                              <a:latin typeface="Cambria Math" panose="02040503050406030204" pitchFamily="18" charset="0"/>
                            </a:rPr>
                            <m:t> </m:t>
                          </m:r>
                          <m:r>
                            <a:rPr lang="en-NZ" b="0" i="1" smtClean="0">
                              <a:solidFill>
                                <a:schemeClr val="bg1"/>
                              </a:solidFill>
                              <a:latin typeface="Cambria Math" panose="02040503050406030204" pitchFamily="18" charset="0"/>
                            </a:rPr>
                            <m:t>𝐺𝑟𝑜𝑢𝑝</m:t>
                          </m:r>
                          <m:r>
                            <a:rPr lang="en-NZ" b="0" i="1" smtClean="0">
                              <a:solidFill>
                                <a:schemeClr val="bg1"/>
                              </a:solidFill>
                              <a:latin typeface="Cambria Math" panose="02040503050406030204" pitchFamily="18" charset="0"/>
                            </a:rPr>
                            <m:t> </m:t>
                          </m:r>
                          <m:r>
                            <a:rPr lang="en-NZ" b="0" i="1" smtClean="0">
                              <a:solidFill>
                                <a:schemeClr val="bg1"/>
                              </a:solidFill>
                              <a:latin typeface="Cambria Math" panose="02040503050406030204" pitchFamily="18" charset="0"/>
                            </a:rPr>
                            <m:t>𝑉𝑎𝑟𝑖𝑎𝑏𝑖𝑙𝑖𝑡𝑦</m:t>
                          </m:r>
                        </m:den>
                      </m:f>
                      <m:r>
                        <a:rPr lang="en-NZ" b="0" i="1" smtClean="0">
                          <a:solidFill>
                            <a:schemeClr val="bg1"/>
                          </a:solidFill>
                          <a:latin typeface="Cambria Math" panose="02040503050406030204" pitchFamily="18" charset="0"/>
                        </a:rPr>
                        <m:t>= </m:t>
                      </m:r>
                      <m:f>
                        <m:fPr>
                          <m:ctrlPr>
                            <a:rPr lang="en-NZ" b="0" i="1" smtClean="0">
                              <a:solidFill>
                                <a:schemeClr val="bg1"/>
                              </a:solidFill>
                              <a:latin typeface="Cambria Math" panose="02040503050406030204" pitchFamily="18" charset="0"/>
                            </a:rPr>
                          </m:ctrlPr>
                        </m:fPr>
                        <m:num>
                          <m:f>
                            <m:fPr>
                              <m:ctrlPr>
                                <a:rPr lang="en-NZ" b="0" i="1" smtClean="0">
                                  <a:solidFill>
                                    <a:schemeClr val="bg1"/>
                                  </a:solidFill>
                                  <a:latin typeface="Cambria Math" panose="02040503050406030204" pitchFamily="18" charset="0"/>
                                </a:rPr>
                              </m:ctrlPr>
                            </m:fPr>
                            <m:num>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𝑏𝑒𝑡𝑤𝑒𝑒𝑛</m:t>
                                  </m:r>
                                </m:sub>
                              </m:sSub>
                            </m:num>
                            <m:den>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𝐷𝑓</m:t>
                                  </m:r>
                                </m:e>
                                <m:sub>
                                  <m:r>
                                    <a:rPr lang="en-NZ" b="0" i="1" smtClean="0">
                                      <a:solidFill>
                                        <a:schemeClr val="bg1"/>
                                      </a:solidFill>
                                      <a:latin typeface="Cambria Math" panose="02040503050406030204" pitchFamily="18" charset="0"/>
                                    </a:rPr>
                                    <m:t>𝑏𝑒𝑡𝑤𝑒𝑒𝑛</m:t>
                                  </m:r>
                                </m:sub>
                              </m:sSub>
                            </m:den>
                          </m:f>
                        </m:num>
                        <m:den>
                          <m:f>
                            <m:fPr>
                              <m:ctrlPr>
                                <a:rPr lang="en-NZ" b="0" i="1" smtClean="0">
                                  <a:solidFill>
                                    <a:schemeClr val="bg1"/>
                                  </a:solidFill>
                                  <a:latin typeface="Cambria Math" panose="02040503050406030204" pitchFamily="18" charset="0"/>
                                </a:rPr>
                              </m:ctrlPr>
                            </m:fPr>
                            <m:num>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𝑤𝑖𝑡h𝑖𝑛</m:t>
                                  </m:r>
                                </m:sub>
                              </m:sSub>
                            </m:num>
                            <m:den>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𝐷𝑓</m:t>
                                  </m:r>
                                </m:e>
                                <m:sub>
                                  <m:r>
                                    <a:rPr lang="en-NZ" b="0" i="1" smtClean="0">
                                      <a:solidFill>
                                        <a:schemeClr val="bg1"/>
                                      </a:solidFill>
                                      <a:latin typeface="Cambria Math" panose="02040503050406030204" pitchFamily="18" charset="0"/>
                                    </a:rPr>
                                    <m:t>𝑤𝑖𝑡h𝑖𝑛</m:t>
                                  </m:r>
                                </m:sub>
                              </m:sSub>
                            </m:den>
                          </m:f>
                        </m:den>
                      </m:f>
                      <m:r>
                        <a:rPr lang="en-NZ" b="0" i="1" smtClean="0">
                          <a:solidFill>
                            <a:schemeClr val="bg1"/>
                          </a:solidFill>
                          <a:latin typeface="Cambria Math" panose="02040503050406030204" pitchFamily="18" charset="0"/>
                        </a:rPr>
                        <m:t> </m:t>
                      </m:r>
                      <m:r>
                        <a:rPr lang="en-NZ" b="0" i="1" smtClean="0">
                          <a:solidFill>
                            <a:schemeClr val="bg1"/>
                          </a:solidFill>
                          <a:latin typeface="Cambria Math" panose="02040503050406030204" pitchFamily="18" charset="0"/>
                          <a:ea typeface="Cambria Math" panose="02040503050406030204" pitchFamily="18" charset="0"/>
                        </a:rPr>
                        <m:t>= </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den>
                      </m:f>
                      <m:r>
                        <a:rPr lang="en-NZ" i="1">
                          <a:solidFill>
                            <a:schemeClr val="bg1"/>
                          </a:solidFill>
                          <a:latin typeface="Cambria Math" panose="02040503050406030204" pitchFamily="18" charset="0"/>
                          <a:ea typeface="Cambria Math" panose="02040503050406030204" pitchFamily="18" charset="0"/>
                        </a:rPr>
                        <m:t>×</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den>
                      </m:f>
                      <m:r>
                        <a:rPr lang="en-NZ" b="0" i="1" smtClean="0">
                          <a:solidFill>
                            <a:schemeClr val="bg1"/>
                          </a:solidFill>
                          <a:latin typeface="Cambria Math" panose="02040503050406030204" pitchFamily="18" charset="0"/>
                          <a:ea typeface="Cambria Math" panose="02040503050406030204" pitchFamily="18" charset="0"/>
                        </a:rPr>
                        <m:t>= </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den>
                      </m:f>
                      <m:r>
                        <a:rPr lang="en-NZ" i="1">
                          <a:solidFill>
                            <a:schemeClr val="bg1"/>
                          </a:solidFill>
                          <a:latin typeface="Cambria Math" panose="02040503050406030204" pitchFamily="18" charset="0"/>
                          <a:ea typeface="Cambria Math" panose="02040503050406030204" pitchFamily="18" charset="0"/>
                        </a:rPr>
                        <m:t>×</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den>
                      </m:f>
                    </m:oMath>
                  </m:oMathPara>
                </a14:m>
                <a:endParaRPr lang="en-NZ" dirty="0">
                  <a:solidFill>
                    <a:schemeClr val="bg1"/>
                  </a:solidFill>
                </a:endParaRPr>
              </a:p>
            </p:txBody>
          </p:sp>
        </mc:Choice>
        <mc:Fallback xmlns="">
          <p:sp>
            <p:nvSpPr>
              <p:cNvPr id="5" name="TextBox 4">
                <a:extLst>
                  <a:ext uri="{FF2B5EF4-FFF2-40B4-BE49-F238E27FC236}">
                    <a16:creationId xmlns:a16="http://schemas.microsoft.com/office/drawing/2014/main" id="{CF4189B4-FA9E-BE42-5614-18E4CD66E4F0}"/>
                  </a:ext>
                </a:extLst>
              </p:cNvPr>
              <p:cNvSpPr txBox="1">
                <a:spLocks noRot="1" noChangeAspect="1" noMove="1" noResize="1" noEditPoints="1" noAdjustHandles="1" noChangeArrowheads="1" noChangeShapeType="1" noTextEdit="1"/>
              </p:cNvSpPr>
              <p:nvPr/>
            </p:nvSpPr>
            <p:spPr>
              <a:xfrm>
                <a:off x="838200" y="3142703"/>
                <a:ext cx="10515600" cy="1030539"/>
              </a:xfrm>
              <a:prstGeom prst="rect">
                <a:avLst/>
              </a:prstGeom>
              <a:blipFill>
                <a:blip r:embed="rId2"/>
                <a:stretch>
                  <a:fillRect/>
                </a:stretch>
              </a:blipFill>
            </p:spPr>
            <p:txBody>
              <a:bodyPr/>
              <a:lstStyle/>
              <a:p>
                <a:r>
                  <a:rPr lang="en-NZ">
                    <a:noFill/>
                  </a:rPr>
                  <a:t> </a:t>
                </a:r>
              </a:p>
            </p:txBody>
          </p:sp>
        </mc:Fallback>
      </mc:AlternateContent>
      <p:sp>
        <p:nvSpPr>
          <p:cNvPr id="6" name="TextBox 5">
            <a:extLst>
              <a:ext uri="{FF2B5EF4-FFF2-40B4-BE49-F238E27FC236}">
                <a16:creationId xmlns:a16="http://schemas.microsoft.com/office/drawing/2014/main" id="{82C587CA-4811-CA5F-E0A6-044BEDAD0D8D}"/>
              </a:ext>
            </a:extLst>
          </p:cNvPr>
          <p:cNvSpPr txBox="1"/>
          <p:nvPr/>
        </p:nvSpPr>
        <p:spPr>
          <a:xfrm>
            <a:off x="1252728" y="5091333"/>
            <a:ext cx="2231136" cy="369332"/>
          </a:xfrm>
          <a:prstGeom prst="rect">
            <a:avLst/>
          </a:prstGeom>
          <a:noFill/>
        </p:spPr>
        <p:txBody>
          <a:bodyPr wrap="square" rtlCol="0">
            <a:spAutoFit/>
          </a:bodyPr>
          <a:lstStyle/>
          <a:p>
            <a:r>
              <a:rPr lang="en-NZ" dirty="0">
                <a:solidFill>
                  <a:schemeClr val="bg1"/>
                </a:solidFill>
              </a:rPr>
              <a:t>SS = Sum of Squares</a:t>
            </a:r>
          </a:p>
        </p:txBody>
      </p:sp>
    </p:spTree>
    <p:extLst>
      <p:ext uri="{BB962C8B-B14F-4D97-AF65-F5344CB8AC3E}">
        <p14:creationId xmlns:p14="http://schemas.microsoft.com/office/powerpoint/2010/main" val="57535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6144-4BD0-2F51-4D31-2FA86CDC74F1}"/>
              </a:ext>
            </a:extLst>
          </p:cNvPr>
          <p:cNvSpPr>
            <a:spLocks noGrp="1"/>
          </p:cNvSpPr>
          <p:nvPr>
            <p:ph type="title"/>
          </p:nvPr>
        </p:nvSpPr>
        <p:spPr/>
        <p:txBody>
          <a:bodyPr/>
          <a:lstStyle/>
          <a:p>
            <a:r>
              <a:rPr lang="en-NZ" dirty="0">
                <a:solidFill>
                  <a:schemeClr val="bg1"/>
                </a:solidFill>
              </a:rPr>
              <a:t>In case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027BF-5949-6677-40AE-BA0D6196C271}"/>
                  </a:ext>
                </a:extLst>
              </p:cNvPr>
              <p:cNvSpPr txBox="1"/>
              <p:nvPr/>
            </p:nvSpPr>
            <p:spPr>
              <a:xfrm>
                <a:off x="838200" y="2057400"/>
                <a:ext cx="2960362"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𝑤𝑖𝑡h𝑖𝑛</m:t>
                          </m:r>
                        </m:sub>
                      </m:sSub>
                      <m:r>
                        <a:rPr lang="en-NZ" i="1" smtClean="0">
                          <a:solidFill>
                            <a:schemeClr val="bg1"/>
                          </a:solidFill>
                          <a:latin typeface="Cambria Math" panose="02040503050406030204" pitchFamily="18" charset="0"/>
                        </a:rPr>
                        <m:t>=</m:t>
                      </m:r>
                      <m:nary>
                        <m:naryPr>
                          <m:chr m:val="∑"/>
                          <m:subHide m:val="on"/>
                          <m:supHide m:val="on"/>
                          <m:ctrlPr>
                            <a:rPr lang="en-NZ" i="1" smtClean="0">
                              <a:solidFill>
                                <a:schemeClr val="bg1"/>
                              </a:solidFill>
                              <a:latin typeface="Cambria Math" panose="02040503050406030204" pitchFamily="18" charset="0"/>
                            </a:rPr>
                          </m:ctrlPr>
                        </m:naryPr>
                        <m:sub/>
                        <m:sup/>
                        <m:e>
                          <m:sSup>
                            <m:sSupPr>
                              <m:ctrlPr>
                                <a:rPr lang="en-NZ" i="1" smtClean="0">
                                  <a:solidFill>
                                    <a:schemeClr val="bg1"/>
                                  </a:solidFill>
                                  <a:latin typeface="Cambria Math" panose="02040503050406030204" pitchFamily="18" charset="0"/>
                                </a:rPr>
                              </m:ctrlPr>
                            </m:sSupPr>
                            <m:e>
                              <m:r>
                                <a:rPr lang="en-NZ" i="1">
                                  <a:solidFill>
                                    <a:schemeClr val="bg1"/>
                                  </a:solidFill>
                                  <a:latin typeface="Cambria Math" panose="02040503050406030204" pitchFamily="18" charset="0"/>
                                </a:rPr>
                                <m:t>(</m:t>
                              </m:r>
                              <m:sSub>
                                <m:sSubPr>
                                  <m:ctrlPr>
                                    <a:rPr lang="en-NZ" i="1">
                                      <a:solidFill>
                                        <a:schemeClr val="bg1"/>
                                      </a:solidFill>
                                      <a:latin typeface="Cambria Math" panose="02040503050406030204" pitchFamily="18" charset="0"/>
                                    </a:rPr>
                                  </m:ctrlPr>
                                </m:sSubPr>
                                <m:e>
                                  <m:acc>
                                    <m:accPr>
                                      <m:chr m:val="̅"/>
                                      <m:ctrlPr>
                                        <a:rPr lang="en-NZ" i="1">
                                          <a:solidFill>
                                            <a:schemeClr val="bg1"/>
                                          </a:solidFill>
                                          <a:latin typeface="Cambria Math" panose="02040503050406030204" pitchFamily="18" charset="0"/>
                                        </a:rPr>
                                      </m:ctrlPr>
                                    </m:accPr>
                                    <m:e>
                                      <m:r>
                                        <a:rPr lang="en-NZ" i="1">
                                          <a:solidFill>
                                            <a:schemeClr val="bg1"/>
                                          </a:solidFill>
                                          <a:latin typeface="Cambria Math" panose="02040503050406030204" pitchFamily="18" charset="0"/>
                                        </a:rPr>
                                        <m:t>𝑅𝑇</m:t>
                                      </m:r>
                                    </m:e>
                                  </m:acc>
                                </m:e>
                                <m:sub>
                                  <m:r>
                                    <a:rPr lang="en-NZ" i="1">
                                      <a:solidFill>
                                        <a:schemeClr val="bg1"/>
                                      </a:solidFill>
                                      <a:latin typeface="Cambria Math" panose="02040503050406030204" pitchFamily="18" charset="0"/>
                                    </a:rPr>
                                    <m:t>𝑝</m:t>
                                  </m:r>
                                </m:sub>
                              </m:sSub>
                              <m:r>
                                <a:rPr lang="en-NZ" i="1">
                                  <a:solidFill>
                                    <a:schemeClr val="bg1"/>
                                  </a:solidFill>
                                  <a:latin typeface="Cambria Math" panose="02040503050406030204" pitchFamily="18" charset="0"/>
                                </a:rPr>
                                <m:t>− </m:t>
                              </m:r>
                              <m:sSub>
                                <m:sSubPr>
                                  <m:ctrlPr>
                                    <a:rPr lang="en-NZ" i="1">
                                      <a:solidFill>
                                        <a:schemeClr val="bg1"/>
                                      </a:solidFill>
                                      <a:latin typeface="Cambria Math" panose="02040503050406030204" pitchFamily="18" charset="0"/>
                                    </a:rPr>
                                  </m:ctrlPr>
                                </m:sSubPr>
                                <m:e>
                                  <m:acc>
                                    <m:accPr>
                                      <m:chr m:val="̅"/>
                                      <m:ctrlPr>
                                        <a:rPr lang="en-NZ" i="1">
                                          <a:solidFill>
                                            <a:schemeClr val="bg1"/>
                                          </a:solidFill>
                                          <a:latin typeface="Cambria Math" panose="02040503050406030204" pitchFamily="18" charset="0"/>
                                        </a:rPr>
                                      </m:ctrlPr>
                                    </m:accPr>
                                    <m:e>
                                      <m:r>
                                        <a:rPr lang="en-NZ" i="1">
                                          <a:solidFill>
                                            <a:schemeClr val="bg1"/>
                                          </a:solidFill>
                                          <a:latin typeface="Cambria Math" panose="02040503050406030204" pitchFamily="18" charset="0"/>
                                        </a:rPr>
                                        <m:t>𝑅𝑇</m:t>
                                      </m:r>
                                    </m:e>
                                  </m:acc>
                                </m:e>
                                <m:sub>
                                  <m:sSub>
                                    <m:sSubPr>
                                      <m:ctrlPr>
                                        <a:rPr lang="en-NZ" i="1">
                                          <a:solidFill>
                                            <a:schemeClr val="bg1"/>
                                          </a:solidFill>
                                          <a:latin typeface="Cambria Math" panose="02040503050406030204" pitchFamily="18" charset="0"/>
                                        </a:rPr>
                                      </m:ctrlPr>
                                    </m:sSubPr>
                                    <m:e>
                                      <m:r>
                                        <a:rPr lang="en-NZ" i="1">
                                          <a:solidFill>
                                            <a:schemeClr val="bg1"/>
                                          </a:solidFill>
                                          <a:latin typeface="Cambria Math" panose="02040503050406030204" pitchFamily="18" charset="0"/>
                                        </a:rPr>
                                        <m:t>𝑔</m:t>
                                      </m:r>
                                    </m:e>
                                    <m:sub>
                                      <m:r>
                                        <a:rPr lang="en-NZ" i="1">
                                          <a:solidFill>
                                            <a:schemeClr val="bg1"/>
                                          </a:solidFill>
                                          <a:latin typeface="Cambria Math" panose="02040503050406030204" pitchFamily="18" charset="0"/>
                                        </a:rPr>
                                        <m:t>𝑝</m:t>
                                      </m:r>
                                    </m:sub>
                                  </m:sSub>
                                </m:sub>
                              </m:sSub>
                              <m:r>
                                <a:rPr lang="en-NZ" i="1">
                                  <a:solidFill>
                                    <a:schemeClr val="bg1"/>
                                  </a:solidFill>
                                  <a:latin typeface="Cambria Math" panose="02040503050406030204" pitchFamily="18" charset="0"/>
                                </a:rPr>
                                <m:t>)</m:t>
                              </m:r>
                            </m:e>
                            <m:sup>
                              <m:r>
                                <a:rPr lang="en-NZ" b="0" i="1" smtClean="0">
                                  <a:solidFill>
                                    <a:schemeClr val="bg1"/>
                                  </a:solidFill>
                                  <a:latin typeface="Cambria Math" panose="02040503050406030204" pitchFamily="18" charset="0"/>
                                </a:rPr>
                                <m:t>2</m:t>
                              </m:r>
                            </m:sup>
                          </m:sSup>
                        </m:e>
                      </m:nary>
                    </m:oMath>
                  </m:oMathPara>
                </a14:m>
                <a:endParaRPr lang="en-NZ" dirty="0">
                  <a:solidFill>
                    <a:schemeClr val="bg1"/>
                  </a:solidFill>
                </a:endParaRPr>
              </a:p>
            </p:txBody>
          </p:sp>
        </mc:Choice>
        <mc:Fallback xmlns="">
          <p:sp>
            <p:nvSpPr>
              <p:cNvPr id="4" name="TextBox 3">
                <a:extLst>
                  <a:ext uri="{FF2B5EF4-FFF2-40B4-BE49-F238E27FC236}">
                    <a16:creationId xmlns:a16="http://schemas.microsoft.com/office/drawing/2014/main" id="{140027BF-5949-6677-40AE-BA0D6196C271}"/>
                  </a:ext>
                </a:extLst>
              </p:cNvPr>
              <p:cNvSpPr txBox="1">
                <a:spLocks noRot="1" noChangeAspect="1" noMove="1" noResize="1" noEditPoints="1" noAdjustHandles="1" noChangeArrowheads="1" noChangeShapeType="1" noTextEdit="1"/>
              </p:cNvSpPr>
              <p:nvPr/>
            </p:nvSpPr>
            <p:spPr>
              <a:xfrm>
                <a:off x="838200" y="2057400"/>
                <a:ext cx="2960362" cy="670761"/>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0A97E62-BFE5-FB4C-CE35-2F5679D93F0E}"/>
                  </a:ext>
                </a:extLst>
              </p:cNvPr>
              <p:cNvSpPr txBox="1"/>
              <p:nvPr/>
            </p:nvSpPr>
            <p:spPr>
              <a:xfrm>
                <a:off x="838200" y="2990088"/>
                <a:ext cx="3499356"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NZ"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𝑏𝑒𝑡𝑤𝑒𝑒𝑛</m:t>
                          </m:r>
                        </m:sub>
                      </m:sSub>
                      <m:r>
                        <a:rPr lang="en-NZ" b="0" i="1" smtClean="0">
                          <a:solidFill>
                            <a:schemeClr val="bg1"/>
                          </a:solidFill>
                          <a:latin typeface="Cambria Math" panose="02040503050406030204" pitchFamily="18" charset="0"/>
                        </a:rPr>
                        <m:t>= </m:t>
                      </m:r>
                      <m:nary>
                        <m:naryPr>
                          <m:chr m:val="∑"/>
                          <m:subHide m:val="on"/>
                          <m:supHide m:val="on"/>
                          <m:ctrlPr>
                            <a:rPr lang="en-NZ" b="0" i="1" smtClean="0">
                              <a:solidFill>
                                <a:schemeClr val="bg1"/>
                              </a:solidFill>
                              <a:latin typeface="Cambria Math" panose="02040503050406030204" pitchFamily="18" charset="0"/>
                              <a:ea typeface="Cambria Math" panose="02040503050406030204" pitchFamily="18" charset="0"/>
                            </a:rPr>
                          </m:ctrlPr>
                        </m:naryPr>
                        <m:sub/>
                        <m:sup/>
                        <m:e>
                          <m:sSub>
                            <m:sSubPr>
                              <m:ctrlPr>
                                <a:rPr lang="en-NZ" i="1">
                                  <a:solidFill>
                                    <a:schemeClr val="bg1"/>
                                  </a:solidFill>
                                  <a:latin typeface="Cambria Math" panose="02040503050406030204" pitchFamily="18" charset="0"/>
                                </a:rPr>
                              </m:ctrlPr>
                            </m:sSubPr>
                            <m:e>
                              <m:r>
                                <a:rPr lang="en-NZ" i="1">
                                  <a:solidFill>
                                    <a:schemeClr val="bg1"/>
                                  </a:solidFill>
                                  <a:latin typeface="Cambria Math" panose="02040503050406030204" pitchFamily="18" charset="0"/>
                                </a:rPr>
                                <m:t>𝑁</m:t>
                              </m:r>
                            </m:e>
                            <m:sub>
                              <m:r>
                                <a:rPr lang="en-NZ" i="1">
                                  <a:solidFill>
                                    <a:schemeClr val="bg1"/>
                                  </a:solidFill>
                                  <a:latin typeface="Cambria Math" panose="02040503050406030204" pitchFamily="18" charset="0"/>
                                </a:rPr>
                                <m:t>𝑔</m:t>
                              </m:r>
                            </m:sub>
                          </m:sSub>
                          <m:r>
                            <a:rPr lang="en-NZ" i="1">
                              <a:solidFill>
                                <a:schemeClr val="bg1"/>
                              </a:solidFill>
                              <a:latin typeface="Cambria Math" panose="02040503050406030204" pitchFamily="18" charset="0"/>
                              <a:ea typeface="Cambria Math" panose="02040503050406030204" pitchFamily="18" charset="0"/>
                            </a:rPr>
                            <m:t>×</m:t>
                          </m:r>
                          <m:sSup>
                            <m:sSupPr>
                              <m:ctrlPr>
                                <a:rPr lang="en-NZ" b="0" i="1" smtClean="0">
                                  <a:solidFill>
                                    <a:schemeClr val="bg1"/>
                                  </a:solidFill>
                                  <a:latin typeface="Cambria Math" panose="02040503050406030204" pitchFamily="18" charset="0"/>
                                  <a:ea typeface="Cambria Math" panose="02040503050406030204" pitchFamily="18" charset="0"/>
                                </a:rPr>
                              </m:ctrlPr>
                            </m:sSupPr>
                            <m:e>
                              <m:r>
                                <a:rPr lang="en-NZ" b="0" i="1" smtClean="0">
                                  <a:solidFill>
                                    <a:schemeClr val="bg1"/>
                                  </a:solidFill>
                                  <a:latin typeface="Cambria Math" panose="02040503050406030204" pitchFamily="18" charset="0"/>
                                  <a:ea typeface="Cambria Math" panose="02040503050406030204" pitchFamily="18" charset="0"/>
                                </a:rPr>
                                <m:t>(</m:t>
                              </m:r>
                              <m:sSub>
                                <m:sSubPr>
                                  <m:ctrlPr>
                                    <a:rPr lang="en-NZ" i="1">
                                      <a:solidFill>
                                        <a:schemeClr val="bg1"/>
                                      </a:solidFill>
                                      <a:latin typeface="Cambria Math" panose="02040503050406030204" pitchFamily="18" charset="0"/>
                                      <a:ea typeface="Cambria Math" panose="02040503050406030204" pitchFamily="18" charset="0"/>
                                    </a:rPr>
                                  </m:ctrlPr>
                                </m:sSubPr>
                                <m:e>
                                  <m:acc>
                                    <m:accPr>
                                      <m:chr m:val="̅"/>
                                      <m:ctrlPr>
                                        <a:rPr lang="en-NZ" i="1">
                                          <a:solidFill>
                                            <a:schemeClr val="bg1"/>
                                          </a:solidFill>
                                          <a:latin typeface="Cambria Math" panose="02040503050406030204" pitchFamily="18" charset="0"/>
                                          <a:ea typeface="Cambria Math" panose="02040503050406030204" pitchFamily="18" charset="0"/>
                                        </a:rPr>
                                      </m:ctrlPr>
                                    </m:accPr>
                                    <m:e>
                                      <m:r>
                                        <a:rPr lang="en-NZ" i="1">
                                          <a:solidFill>
                                            <a:schemeClr val="bg1"/>
                                          </a:solidFill>
                                          <a:latin typeface="Cambria Math" panose="02040503050406030204" pitchFamily="18" charset="0"/>
                                          <a:ea typeface="Cambria Math" panose="02040503050406030204" pitchFamily="18" charset="0"/>
                                        </a:rPr>
                                        <m:t>𝑅𝑇</m:t>
                                      </m:r>
                                    </m:e>
                                  </m:acc>
                                </m:e>
                                <m:sub>
                                  <m:r>
                                    <a:rPr lang="en-NZ" i="1">
                                      <a:solidFill>
                                        <a:schemeClr val="bg1"/>
                                      </a:solidFill>
                                      <a:latin typeface="Cambria Math" panose="02040503050406030204" pitchFamily="18" charset="0"/>
                                      <a:ea typeface="Cambria Math" panose="02040503050406030204" pitchFamily="18" charset="0"/>
                                    </a:rPr>
                                    <m:t>𝑔</m:t>
                                  </m:r>
                                </m:sub>
                              </m:sSub>
                              <m:r>
                                <a:rPr lang="en-NZ" i="1">
                                  <a:solidFill>
                                    <a:schemeClr val="bg1"/>
                                  </a:solidFill>
                                  <a:latin typeface="Cambria Math" panose="02040503050406030204" pitchFamily="18" charset="0"/>
                                  <a:ea typeface="Cambria Math" panose="02040503050406030204" pitchFamily="18" charset="0"/>
                                </a:rPr>
                                <m:t>− </m:t>
                              </m:r>
                              <m:acc>
                                <m:accPr>
                                  <m:chr m:val="̅"/>
                                  <m:ctrlPr>
                                    <a:rPr lang="en-NZ" i="1">
                                      <a:solidFill>
                                        <a:schemeClr val="bg1"/>
                                      </a:solidFill>
                                      <a:latin typeface="Cambria Math" panose="02040503050406030204" pitchFamily="18" charset="0"/>
                                      <a:ea typeface="Cambria Math" panose="02040503050406030204" pitchFamily="18" charset="0"/>
                                    </a:rPr>
                                  </m:ctrlPr>
                                </m:accPr>
                                <m:e>
                                  <m:r>
                                    <a:rPr lang="en-NZ" i="1">
                                      <a:solidFill>
                                        <a:schemeClr val="bg1"/>
                                      </a:solidFill>
                                      <a:latin typeface="Cambria Math" panose="02040503050406030204" pitchFamily="18" charset="0"/>
                                      <a:ea typeface="Cambria Math" panose="02040503050406030204" pitchFamily="18" charset="0"/>
                                    </a:rPr>
                                    <m:t>𝑅𝑇</m:t>
                                  </m:r>
                                </m:e>
                              </m:acc>
                              <m:r>
                                <a:rPr lang="en-NZ" b="0" i="1" smtClean="0">
                                  <a:solidFill>
                                    <a:schemeClr val="bg1"/>
                                  </a:solidFill>
                                  <a:latin typeface="Cambria Math" panose="02040503050406030204" pitchFamily="18" charset="0"/>
                                  <a:ea typeface="Cambria Math" panose="02040503050406030204" pitchFamily="18" charset="0"/>
                                </a:rPr>
                                <m:t>)</m:t>
                              </m:r>
                            </m:e>
                            <m:sup>
                              <m:r>
                                <a:rPr lang="en-NZ" b="0" i="1" smtClean="0">
                                  <a:solidFill>
                                    <a:schemeClr val="bg1"/>
                                  </a:solidFill>
                                  <a:latin typeface="Cambria Math" panose="02040503050406030204" pitchFamily="18" charset="0"/>
                                  <a:ea typeface="Cambria Math" panose="02040503050406030204" pitchFamily="18" charset="0"/>
                                </a:rPr>
                                <m:t>2</m:t>
                              </m:r>
                            </m:sup>
                          </m:sSup>
                        </m:e>
                      </m:nary>
                    </m:oMath>
                  </m:oMathPara>
                </a14:m>
                <a:endParaRPr lang="en-NZ" dirty="0">
                  <a:solidFill>
                    <a:schemeClr val="bg1"/>
                  </a:solidFill>
                </a:endParaRPr>
              </a:p>
            </p:txBody>
          </p:sp>
        </mc:Choice>
        <mc:Fallback xmlns="">
          <p:sp>
            <p:nvSpPr>
              <p:cNvPr id="5" name="TextBox 4">
                <a:extLst>
                  <a:ext uri="{FF2B5EF4-FFF2-40B4-BE49-F238E27FC236}">
                    <a16:creationId xmlns:a16="http://schemas.microsoft.com/office/drawing/2014/main" id="{E0A97E62-BFE5-FB4C-CE35-2F5679D93F0E}"/>
                  </a:ext>
                </a:extLst>
              </p:cNvPr>
              <p:cNvSpPr txBox="1">
                <a:spLocks noRot="1" noChangeAspect="1" noMove="1" noResize="1" noEditPoints="1" noAdjustHandles="1" noChangeArrowheads="1" noChangeShapeType="1" noTextEdit="1"/>
              </p:cNvSpPr>
              <p:nvPr/>
            </p:nvSpPr>
            <p:spPr>
              <a:xfrm>
                <a:off x="838200" y="2990088"/>
                <a:ext cx="3499356" cy="670761"/>
              </a:xfrm>
              <a:prstGeom prst="rect">
                <a:avLst/>
              </a:prstGeom>
              <a:blipFill>
                <a:blip r:embed="rId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564361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ED406-CCE6-CB53-9013-BE20C0DB0640}"/>
              </a:ext>
            </a:extLst>
          </p:cNvPr>
          <p:cNvSpPr>
            <a:spLocks noGrp="1"/>
          </p:cNvSpPr>
          <p:nvPr>
            <p:ph type="title"/>
          </p:nvPr>
        </p:nvSpPr>
        <p:spPr/>
        <p:txBody>
          <a:bodyPr/>
          <a:lstStyle/>
          <a:p>
            <a:r>
              <a:rPr lang="en-NZ" dirty="0">
                <a:solidFill>
                  <a:schemeClr val="bg1"/>
                </a:solidFill>
              </a:rPr>
              <a:t>Hypothesis Testing</a:t>
            </a:r>
          </a:p>
        </p:txBody>
      </p:sp>
      <p:sp>
        <p:nvSpPr>
          <p:cNvPr id="3" name="Content Placeholder 2">
            <a:extLst>
              <a:ext uri="{FF2B5EF4-FFF2-40B4-BE49-F238E27FC236}">
                <a16:creationId xmlns:a16="http://schemas.microsoft.com/office/drawing/2014/main" id="{06D1407B-2126-0EC6-F01B-49B79F099333}"/>
              </a:ext>
            </a:extLst>
          </p:cNvPr>
          <p:cNvSpPr>
            <a:spLocks noGrp="1"/>
          </p:cNvSpPr>
          <p:nvPr>
            <p:ph idx="1"/>
          </p:nvPr>
        </p:nvSpPr>
        <p:spPr>
          <a:xfrm>
            <a:off x="838200" y="1825625"/>
            <a:ext cx="10515600" cy="551815"/>
          </a:xfrm>
        </p:spPr>
        <p:txBody>
          <a:bodyPr/>
          <a:lstStyle/>
          <a:p>
            <a:pPr marL="514350" indent="-514350">
              <a:buFont typeface="+mj-lt"/>
              <a:buAutoNum type="arabicPeriod"/>
            </a:pPr>
            <a:r>
              <a:rPr lang="en-NZ" dirty="0">
                <a:solidFill>
                  <a:schemeClr val="bg1"/>
                </a:solidFill>
              </a:rPr>
              <a:t>Can you express H0 in words?</a:t>
            </a:r>
          </a:p>
        </p:txBody>
      </p:sp>
    </p:spTree>
    <p:extLst>
      <p:ext uri="{BB962C8B-B14F-4D97-AF65-F5344CB8AC3E}">
        <p14:creationId xmlns:p14="http://schemas.microsoft.com/office/powerpoint/2010/main" val="1937624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E7620-3A8C-FD12-6E5C-4FCE201C9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3D786-C6EC-F62B-E4D9-52750CC4D7CE}"/>
              </a:ext>
            </a:extLst>
          </p:cNvPr>
          <p:cNvSpPr>
            <a:spLocks noGrp="1"/>
          </p:cNvSpPr>
          <p:nvPr>
            <p:ph type="title"/>
          </p:nvPr>
        </p:nvSpPr>
        <p:spPr/>
        <p:txBody>
          <a:bodyPr/>
          <a:lstStyle/>
          <a:p>
            <a:r>
              <a:rPr lang="en-NZ" dirty="0">
                <a:solidFill>
                  <a:schemeClr val="bg1"/>
                </a:solidFill>
              </a:rPr>
              <a:t>Hypothesis Testing</a:t>
            </a:r>
          </a:p>
        </p:txBody>
      </p:sp>
      <p:sp>
        <p:nvSpPr>
          <p:cNvPr id="3" name="Content Placeholder 2">
            <a:extLst>
              <a:ext uri="{FF2B5EF4-FFF2-40B4-BE49-F238E27FC236}">
                <a16:creationId xmlns:a16="http://schemas.microsoft.com/office/drawing/2014/main" id="{081F2F08-6F69-3760-1A3B-660740CC3D57}"/>
              </a:ext>
            </a:extLst>
          </p:cNvPr>
          <p:cNvSpPr>
            <a:spLocks noGrp="1"/>
          </p:cNvSpPr>
          <p:nvPr>
            <p:ph idx="1"/>
          </p:nvPr>
        </p:nvSpPr>
        <p:spPr>
          <a:xfrm>
            <a:off x="838200" y="1825625"/>
            <a:ext cx="10515600" cy="2088007"/>
          </a:xfrm>
        </p:spPr>
        <p:txBody>
          <a:bodyPr>
            <a:normAutofit/>
          </a:bodyPr>
          <a:lstStyle/>
          <a:p>
            <a:pPr marL="514350" indent="-514350">
              <a:buFont typeface="+mj-lt"/>
              <a:buAutoNum type="arabicPeriod"/>
            </a:pPr>
            <a:r>
              <a:rPr lang="en-NZ" sz="2400" dirty="0">
                <a:solidFill>
                  <a:schemeClr val="bg1"/>
                </a:solidFill>
              </a:rPr>
              <a:t>Can you express H0 in words?</a:t>
            </a:r>
          </a:p>
          <a:p>
            <a:pPr lvl="1">
              <a:buFont typeface="Wingdings" panose="05000000000000000000" pitchFamily="2" charset="2"/>
              <a:buChar char="§"/>
            </a:pPr>
            <a:r>
              <a:rPr lang="en-NZ" i="1" dirty="0">
                <a:solidFill>
                  <a:schemeClr val="bg1"/>
                </a:solidFill>
              </a:rPr>
              <a:t>We cannot say whether the observations derive from different “populations”</a:t>
            </a:r>
          </a:p>
          <a:p>
            <a:pPr lvl="1">
              <a:buFont typeface="Wingdings" panose="05000000000000000000" pitchFamily="2" charset="2"/>
              <a:buChar char="§"/>
            </a:pPr>
            <a:r>
              <a:rPr lang="en-NZ" i="1" dirty="0">
                <a:solidFill>
                  <a:schemeClr val="bg1"/>
                </a:solidFill>
              </a:rPr>
              <a:t>We cannot exclude that the observations are drawn from different distributions</a:t>
            </a:r>
          </a:p>
        </p:txBody>
      </p:sp>
    </p:spTree>
    <p:extLst>
      <p:ext uri="{BB962C8B-B14F-4D97-AF65-F5344CB8AC3E}">
        <p14:creationId xmlns:p14="http://schemas.microsoft.com/office/powerpoint/2010/main" val="4112525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021C-FDED-96F7-2098-1F533D7E3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700CB-7BBB-175B-31B3-E1A40BEC59A2}"/>
              </a:ext>
            </a:extLst>
          </p:cNvPr>
          <p:cNvSpPr>
            <a:spLocks noGrp="1"/>
          </p:cNvSpPr>
          <p:nvPr>
            <p:ph type="title"/>
          </p:nvPr>
        </p:nvSpPr>
        <p:spPr/>
        <p:txBody>
          <a:bodyPr/>
          <a:lstStyle/>
          <a:p>
            <a:r>
              <a:rPr lang="en-NZ" dirty="0">
                <a:solidFill>
                  <a:schemeClr val="bg1"/>
                </a:solidFill>
              </a:rPr>
              <a:t>Hypothesis Testing</a:t>
            </a:r>
          </a:p>
        </p:txBody>
      </p:sp>
      <p:sp>
        <p:nvSpPr>
          <p:cNvPr id="3" name="Content Placeholder 2">
            <a:extLst>
              <a:ext uri="{FF2B5EF4-FFF2-40B4-BE49-F238E27FC236}">
                <a16:creationId xmlns:a16="http://schemas.microsoft.com/office/drawing/2014/main" id="{D337466D-E6B7-F7D2-74E4-1D123D2C6066}"/>
              </a:ext>
            </a:extLst>
          </p:cNvPr>
          <p:cNvSpPr>
            <a:spLocks noGrp="1"/>
          </p:cNvSpPr>
          <p:nvPr>
            <p:ph idx="1"/>
          </p:nvPr>
        </p:nvSpPr>
        <p:spPr>
          <a:xfrm>
            <a:off x="838200" y="1825625"/>
            <a:ext cx="10515600" cy="2993263"/>
          </a:xfrm>
        </p:spPr>
        <p:txBody>
          <a:bodyPr>
            <a:normAutofit/>
          </a:bodyPr>
          <a:lstStyle/>
          <a:p>
            <a:pPr marL="514350" indent="-514350">
              <a:buFont typeface="+mj-lt"/>
              <a:buAutoNum type="arabicPeriod"/>
            </a:pPr>
            <a:r>
              <a:rPr lang="en-NZ" sz="2400" dirty="0">
                <a:solidFill>
                  <a:schemeClr val="bg1"/>
                </a:solidFill>
              </a:rPr>
              <a:t>Can you express H0 in words?</a:t>
            </a:r>
          </a:p>
          <a:p>
            <a:pPr lvl="1">
              <a:buFont typeface="Wingdings" panose="05000000000000000000" pitchFamily="2" charset="2"/>
              <a:buChar char="§"/>
            </a:pPr>
            <a:r>
              <a:rPr lang="en-NZ" i="1" dirty="0">
                <a:solidFill>
                  <a:schemeClr val="bg1"/>
                </a:solidFill>
              </a:rPr>
              <a:t>We cannot say whether the observations derive from different “populations”</a:t>
            </a:r>
          </a:p>
          <a:p>
            <a:pPr lvl="1">
              <a:buFont typeface="Wingdings" panose="05000000000000000000" pitchFamily="2" charset="2"/>
              <a:buChar char="§"/>
            </a:pPr>
            <a:r>
              <a:rPr lang="en-NZ" i="1" dirty="0">
                <a:solidFill>
                  <a:schemeClr val="bg1"/>
                </a:solidFill>
              </a:rPr>
              <a:t>We cannot exclude that the observations are drawn from different distributions</a:t>
            </a:r>
          </a:p>
          <a:p>
            <a:pPr marL="514350" indent="-514350">
              <a:buFont typeface="+mj-lt"/>
              <a:buAutoNum type="arabicPeriod"/>
            </a:pPr>
            <a:r>
              <a:rPr lang="en-NZ" sz="2400" dirty="0">
                <a:solidFill>
                  <a:schemeClr val="bg1"/>
                </a:solidFill>
              </a:rPr>
              <a:t>Can you express H0 formally?</a:t>
            </a:r>
          </a:p>
        </p:txBody>
      </p:sp>
    </p:spTree>
    <p:extLst>
      <p:ext uri="{BB962C8B-B14F-4D97-AF65-F5344CB8AC3E}">
        <p14:creationId xmlns:p14="http://schemas.microsoft.com/office/powerpoint/2010/main" val="3631209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ED21-9639-25EF-B1A0-EB08D663A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D07E2-EFAF-D41E-8C36-6FC33FD59F99}"/>
              </a:ext>
            </a:extLst>
          </p:cNvPr>
          <p:cNvSpPr>
            <a:spLocks noGrp="1"/>
          </p:cNvSpPr>
          <p:nvPr>
            <p:ph type="title"/>
          </p:nvPr>
        </p:nvSpPr>
        <p:spPr/>
        <p:txBody>
          <a:bodyPr/>
          <a:lstStyle/>
          <a:p>
            <a:r>
              <a:rPr lang="en-NZ" dirty="0">
                <a:solidFill>
                  <a:schemeClr val="bg1"/>
                </a:solidFill>
              </a:rPr>
              <a:t>Hypothesis Testing</a:t>
            </a:r>
          </a:p>
        </p:txBody>
      </p:sp>
      <p:sp>
        <p:nvSpPr>
          <p:cNvPr id="3" name="Content Placeholder 2">
            <a:extLst>
              <a:ext uri="{FF2B5EF4-FFF2-40B4-BE49-F238E27FC236}">
                <a16:creationId xmlns:a16="http://schemas.microsoft.com/office/drawing/2014/main" id="{66E2E010-84BF-58D8-1635-CADA555938DF}"/>
              </a:ext>
            </a:extLst>
          </p:cNvPr>
          <p:cNvSpPr>
            <a:spLocks noGrp="1"/>
          </p:cNvSpPr>
          <p:nvPr>
            <p:ph idx="1"/>
          </p:nvPr>
        </p:nvSpPr>
        <p:spPr>
          <a:xfrm>
            <a:off x="838200" y="1825625"/>
            <a:ext cx="10515600" cy="2993263"/>
          </a:xfrm>
        </p:spPr>
        <p:txBody>
          <a:bodyPr>
            <a:normAutofit/>
          </a:bodyPr>
          <a:lstStyle/>
          <a:p>
            <a:pPr marL="514350" indent="-514350">
              <a:buFont typeface="+mj-lt"/>
              <a:buAutoNum type="arabicPeriod"/>
            </a:pPr>
            <a:r>
              <a:rPr lang="en-NZ" sz="2400" dirty="0">
                <a:solidFill>
                  <a:schemeClr val="bg1"/>
                </a:solidFill>
              </a:rPr>
              <a:t>Can you express H0 in words?</a:t>
            </a:r>
          </a:p>
          <a:p>
            <a:pPr lvl="1">
              <a:buFont typeface="Wingdings" panose="05000000000000000000" pitchFamily="2" charset="2"/>
              <a:buChar char="§"/>
            </a:pPr>
            <a:r>
              <a:rPr lang="en-NZ" i="1" dirty="0">
                <a:solidFill>
                  <a:schemeClr val="bg1"/>
                </a:solidFill>
              </a:rPr>
              <a:t>We cannot say whether the observations derive from different “populations”</a:t>
            </a:r>
          </a:p>
          <a:p>
            <a:pPr lvl="1">
              <a:buFont typeface="Wingdings" panose="05000000000000000000" pitchFamily="2" charset="2"/>
              <a:buChar char="§"/>
            </a:pPr>
            <a:r>
              <a:rPr lang="en-NZ" i="1" dirty="0">
                <a:solidFill>
                  <a:schemeClr val="bg1"/>
                </a:solidFill>
              </a:rPr>
              <a:t>We cannot exclude that the observations are drawn from different distributions</a:t>
            </a:r>
          </a:p>
          <a:p>
            <a:pPr marL="514350" indent="-514350">
              <a:buFont typeface="+mj-lt"/>
              <a:buAutoNum type="arabicPeriod"/>
            </a:pPr>
            <a:r>
              <a:rPr lang="en-NZ" sz="2400" dirty="0">
                <a:solidFill>
                  <a:schemeClr val="bg1"/>
                </a:solidFill>
              </a:rPr>
              <a:t>Can you express H0 formally?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8193E1B-AD98-7624-C4FC-276883BCC187}"/>
                  </a:ext>
                </a:extLst>
              </p:cNvPr>
              <p:cNvSpPr txBox="1"/>
              <p:nvPr/>
            </p:nvSpPr>
            <p:spPr>
              <a:xfrm>
                <a:off x="0" y="4953825"/>
                <a:ext cx="12192000" cy="487378"/>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NZ" sz="2800" b="0" i="1" smtClean="0">
                              <a:solidFill>
                                <a:schemeClr val="bg1"/>
                              </a:solidFill>
                              <a:latin typeface="Cambria Math" panose="02040503050406030204" pitchFamily="18" charset="0"/>
                            </a:rPr>
                          </m:ctrlPr>
                        </m:sSubPr>
                        <m:e>
                          <m:acc>
                            <m:accPr>
                              <m:chr m:val="̂"/>
                              <m:ctrlPr>
                                <a:rPr lang="en-NZ" sz="2800" b="0" i="1" smtClean="0">
                                  <a:solidFill>
                                    <a:schemeClr val="bg1"/>
                                  </a:solidFill>
                                  <a:latin typeface="Cambria Math" panose="02040503050406030204" pitchFamily="18" charset="0"/>
                                </a:rPr>
                              </m:ctrlPr>
                            </m:accPr>
                            <m:e>
                              <m:r>
                                <a:rPr lang="en-NZ" sz="2800" b="0" i="1" smtClean="0">
                                  <a:solidFill>
                                    <a:schemeClr val="bg1"/>
                                  </a:solidFill>
                                  <a:latin typeface="Cambria Math" panose="02040503050406030204" pitchFamily="18" charset="0"/>
                                </a:rPr>
                                <m:t>𝑌</m:t>
                              </m:r>
                            </m:e>
                          </m:acc>
                        </m:e>
                        <m:sub>
                          <m:r>
                            <a:rPr lang="en-NZ" sz="2800" b="0" i="1" smtClean="0">
                              <a:solidFill>
                                <a:schemeClr val="bg1"/>
                              </a:solidFill>
                              <a:latin typeface="Cambria Math" panose="02040503050406030204" pitchFamily="18" charset="0"/>
                            </a:rPr>
                            <m:t>𝑝𝑔</m:t>
                          </m:r>
                        </m:sub>
                      </m:sSub>
                      <m:r>
                        <a:rPr lang="en-NZ" sz="2800" b="0" i="1" smtClean="0">
                          <a:solidFill>
                            <a:schemeClr val="bg1"/>
                          </a:solidFill>
                          <a:latin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𝜇</m:t>
                      </m:r>
                      <m:r>
                        <a:rPr lang="en-NZ" sz="2800" b="0" i="1" smtClean="0">
                          <a:solidFill>
                            <a:schemeClr val="bg1"/>
                          </a:solidFill>
                          <a:latin typeface="Cambria Math" panose="02040503050406030204" pitchFamily="18" charset="0"/>
                          <a:ea typeface="Cambria Math" panose="02040503050406030204" pitchFamily="18" charset="0"/>
                        </a:rPr>
                        <m:t>+ </m:t>
                      </m:r>
                      <m:sSub>
                        <m:sSubPr>
                          <m:ctrlPr>
                            <a:rPr lang="en-NZ" sz="2800" b="0" i="1" smtClean="0">
                              <a:solidFill>
                                <a:schemeClr val="bg1"/>
                              </a:solidFill>
                              <a:latin typeface="Cambria Math" panose="02040503050406030204" pitchFamily="18" charset="0"/>
                              <a:ea typeface="Cambria Math" panose="02040503050406030204" pitchFamily="18" charset="0"/>
                            </a:rPr>
                          </m:ctrlPr>
                        </m:sSubPr>
                        <m:e>
                          <m:r>
                            <a:rPr lang="en-NZ" sz="2800" b="0" i="1" smtClean="0">
                              <a:solidFill>
                                <a:schemeClr val="bg1"/>
                              </a:solidFill>
                              <a:latin typeface="Cambria Math" panose="02040503050406030204" pitchFamily="18" charset="0"/>
                              <a:ea typeface="Cambria Math" panose="02040503050406030204" pitchFamily="18" charset="0"/>
                            </a:rPr>
                            <m:t>𝜖</m:t>
                          </m:r>
                        </m:e>
                        <m:sub>
                          <m:r>
                            <a:rPr lang="en-NZ" sz="2800" b="0" i="1" smtClean="0">
                              <a:solidFill>
                                <a:schemeClr val="bg1"/>
                              </a:solidFill>
                              <a:latin typeface="Cambria Math" panose="02040503050406030204" pitchFamily="18" charset="0"/>
                              <a:ea typeface="Cambria Math" panose="02040503050406030204" pitchFamily="18" charset="0"/>
                            </a:rPr>
                            <m:t>𝑝𝑔</m:t>
                          </m:r>
                        </m:sub>
                      </m:sSub>
                    </m:oMath>
                  </m:oMathPara>
                </a14:m>
                <a:endParaRPr lang="en-NZ" sz="2800" dirty="0">
                  <a:solidFill>
                    <a:schemeClr val="bg1"/>
                  </a:solidFill>
                </a:endParaRPr>
              </a:p>
            </p:txBody>
          </p:sp>
        </mc:Choice>
        <mc:Fallback xmlns="">
          <p:sp>
            <p:nvSpPr>
              <p:cNvPr id="4" name="TextBox 3">
                <a:extLst>
                  <a:ext uri="{FF2B5EF4-FFF2-40B4-BE49-F238E27FC236}">
                    <a16:creationId xmlns:a16="http://schemas.microsoft.com/office/drawing/2014/main" id="{18193E1B-AD98-7624-C4FC-276883BCC187}"/>
                  </a:ext>
                </a:extLst>
              </p:cNvPr>
              <p:cNvSpPr txBox="1">
                <a:spLocks noRot="1" noChangeAspect="1" noMove="1" noResize="1" noEditPoints="1" noAdjustHandles="1" noChangeArrowheads="1" noChangeShapeType="1" noTextEdit="1"/>
              </p:cNvSpPr>
              <p:nvPr/>
            </p:nvSpPr>
            <p:spPr>
              <a:xfrm>
                <a:off x="0" y="4953825"/>
                <a:ext cx="12192000" cy="487378"/>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F380B59-B59E-4810-CAB0-B3A9BDA2A34C}"/>
                  </a:ext>
                </a:extLst>
              </p:cNvPr>
              <p:cNvSpPr txBox="1"/>
              <p:nvPr/>
            </p:nvSpPr>
            <p:spPr>
              <a:xfrm>
                <a:off x="0" y="5687568"/>
                <a:ext cx="12192000" cy="474553"/>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NZ" sz="2800" i="1" smtClean="0">
                              <a:solidFill>
                                <a:schemeClr val="bg1"/>
                              </a:solidFill>
                              <a:latin typeface="Cambria Math" panose="02040503050406030204" pitchFamily="18" charset="0"/>
                            </a:rPr>
                          </m:ctrlPr>
                        </m:sSubPr>
                        <m:e>
                          <m:r>
                            <a:rPr lang="en-NZ" sz="2800" i="1" smtClean="0">
                              <a:solidFill>
                                <a:schemeClr val="bg1"/>
                              </a:solidFill>
                              <a:latin typeface="Cambria Math" panose="02040503050406030204" pitchFamily="18" charset="0"/>
                              <a:ea typeface="Cambria Math" panose="02040503050406030204" pitchFamily="18" charset="0"/>
                            </a:rPr>
                            <m:t>𝜖</m:t>
                          </m:r>
                        </m:e>
                        <m:sub>
                          <m:r>
                            <a:rPr lang="en-NZ" sz="2800" b="0" i="1" smtClean="0">
                              <a:solidFill>
                                <a:schemeClr val="bg1"/>
                              </a:solidFill>
                              <a:latin typeface="Cambria Math" panose="02040503050406030204" pitchFamily="18" charset="0"/>
                            </a:rPr>
                            <m:t>𝑝𝑔</m:t>
                          </m:r>
                        </m:sub>
                      </m:sSub>
                      <m:r>
                        <a:rPr lang="en-NZ" sz="2800" b="0" i="1" smtClean="0">
                          <a:solidFill>
                            <a:schemeClr val="bg1"/>
                          </a:solidFill>
                          <a:latin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𝑁</m:t>
                      </m:r>
                      <m:r>
                        <a:rPr lang="en-NZ" sz="2800" b="0" i="1" smtClean="0">
                          <a:solidFill>
                            <a:schemeClr val="bg1"/>
                          </a:solidFill>
                          <a:latin typeface="Cambria Math" panose="02040503050406030204" pitchFamily="18" charset="0"/>
                          <a:ea typeface="Cambria Math" panose="02040503050406030204" pitchFamily="18" charset="0"/>
                        </a:rPr>
                        <m:t>(0, </m:t>
                      </m:r>
                      <m:sSup>
                        <m:sSupPr>
                          <m:ctrlPr>
                            <a:rPr lang="en-NZ" sz="2800" b="0" i="1" smtClean="0">
                              <a:solidFill>
                                <a:schemeClr val="bg1"/>
                              </a:solidFill>
                              <a:latin typeface="Cambria Math" panose="02040503050406030204" pitchFamily="18" charset="0"/>
                              <a:ea typeface="Cambria Math" panose="02040503050406030204" pitchFamily="18" charset="0"/>
                            </a:rPr>
                          </m:ctrlPr>
                        </m:sSupPr>
                        <m:e>
                          <m:r>
                            <a:rPr lang="en-NZ" sz="2800" b="0" i="1" smtClean="0">
                              <a:solidFill>
                                <a:schemeClr val="bg1"/>
                              </a:solidFill>
                              <a:latin typeface="Cambria Math" panose="02040503050406030204" pitchFamily="18" charset="0"/>
                              <a:ea typeface="Cambria Math" panose="02040503050406030204" pitchFamily="18" charset="0"/>
                            </a:rPr>
                            <m:t>𝜎</m:t>
                          </m:r>
                        </m:e>
                        <m:sup>
                          <m:r>
                            <a:rPr lang="en-NZ" sz="2800" b="0" i="1" smtClean="0">
                              <a:solidFill>
                                <a:schemeClr val="bg1"/>
                              </a:solidFill>
                              <a:latin typeface="Cambria Math" panose="02040503050406030204" pitchFamily="18" charset="0"/>
                              <a:ea typeface="Cambria Math" panose="02040503050406030204" pitchFamily="18" charset="0"/>
                            </a:rPr>
                            <m:t>2</m:t>
                          </m:r>
                        </m:sup>
                      </m:sSup>
                      <m:r>
                        <a:rPr lang="en-NZ" sz="2800" b="0" i="1" smtClean="0">
                          <a:solidFill>
                            <a:schemeClr val="bg1"/>
                          </a:solidFill>
                          <a:latin typeface="Cambria Math" panose="02040503050406030204" pitchFamily="18" charset="0"/>
                          <a:ea typeface="Cambria Math" panose="02040503050406030204" pitchFamily="18" charset="0"/>
                        </a:rPr>
                        <m:t>)</m:t>
                      </m:r>
                    </m:oMath>
                  </m:oMathPara>
                </a14:m>
                <a:endParaRPr lang="en-NZ" sz="2800" dirty="0">
                  <a:solidFill>
                    <a:schemeClr val="bg1"/>
                  </a:solidFill>
                </a:endParaRPr>
              </a:p>
            </p:txBody>
          </p:sp>
        </mc:Choice>
        <mc:Fallback xmlns="">
          <p:sp>
            <p:nvSpPr>
              <p:cNvPr id="5" name="TextBox 4">
                <a:extLst>
                  <a:ext uri="{FF2B5EF4-FFF2-40B4-BE49-F238E27FC236}">
                    <a16:creationId xmlns:a16="http://schemas.microsoft.com/office/drawing/2014/main" id="{7F380B59-B59E-4810-CAB0-B3A9BDA2A34C}"/>
                  </a:ext>
                </a:extLst>
              </p:cNvPr>
              <p:cNvSpPr txBox="1">
                <a:spLocks noRot="1" noChangeAspect="1" noMove="1" noResize="1" noEditPoints="1" noAdjustHandles="1" noChangeArrowheads="1" noChangeShapeType="1" noTextEdit="1"/>
              </p:cNvSpPr>
              <p:nvPr/>
            </p:nvSpPr>
            <p:spPr>
              <a:xfrm>
                <a:off x="0" y="5687568"/>
                <a:ext cx="12192000" cy="474553"/>
              </a:xfrm>
              <a:prstGeom prst="rect">
                <a:avLst/>
              </a:prstGeom>
              <a:blipFill>
                <a:blip r:embed="rId3"/>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908260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8B75-B964-7B39-B897-E6FD6FB0F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3F3F1-F5B5-9ACB-99CB-848ADF73432C}"/>
              </a:ext>
            </a:extLst>
          </p:cNvPr>
          <p:cNvSpPr>
            <a:spLocks noGrp="1"/>
          </p:cNvSpPr>
          <p:nvPr>
            <p:ph type="title"/>
          </p:nvPr>
        </p:nvSpPr>
        <p:spPr/>
        <p:txBody>
          <a:bodyPr/>
          <a:lstStyle/>
          <a:p>
            <a:r>
              <a:rPr lang="en-NZ" dirty="0">
                <a:solidFill>
                  <a:schemeClr val="bg1"/>
                </a:solidFill>
              </a:rPr>
              <a:t>Hypothesis Testing</a:t>
            </a:r>
          </a:p>
        </p:txBody>
      </p:sp>
      <p:sp>
        <p:nvSpPr>
          <p:cNvPr id="3" name="Content Placeholder 2">
            <a:extLst>
              <a:ext uri="{FF2B5EF4-FFF2-40B4-BE49-F238E27FC236}">
                <a16:creationId xmlns:a16="http://schemas.microsoft.com/office/drawing/2014/main" id="{BD54C1BD-7ABE-1159-6BB3-325ECA1A796C}"/>
              </a:ext>
            </a:extLst>
          </p:cNvPr>
          <p:cNvSpPr>
            <a:spLocks noGrp="1"/>
          </p:cNvSpPr>
          <p:nvPr>
            <p:ph idx="1"/>
          </p:nvPr>
        </p:nvSpPr>
        <p:spPr>
          <a:xfrm>
            <a:off x="838200" y="1825625"/>
            <a:ext cx="10515600" cy="2993263"/>
          </a:xfrm>
        </p:spPr>
        <p:txBody>
          <a:bodyPr>
            <a:normAutofit/>
          </a:bodyPr>
          <a:lstStyle/>
          <a:p>
            <a:pPr marL="514350" indent="-514350">
              <a:buFont typeface="+mj-lt"/>
              <a:buAutoNum type="arabicPeriod"/>
            </a:pPr>
            <a:r>
              <a:rPr lang="en-NZ" sz="2400" dirty="0">
                <a:solidFill>
                  <a:schemeClr val="bg1"/>
                </a:solidFill>
              </a:rPr>
              <a:t>Can you express H0 in words?</a:t>
            </a:r>
          </a:p>
          <a:p>
            <a:pPr lvl="1">
              <a:buFont typeface="Wingdings" panose="05000000000000000000" pitchFamily="2" charset="2"/>
              <a:buChar char="§"/>
            </a:pPr>
            <a:r>
              <a:rPr lang="en-NZ" i="1" dirty="0">
                <a:solidFill>
                  <a:schemeClr val="bg1"/>
                </a:solidFill>
              </a:rPr>
              <a:t>We cannot say whether the observations derive from different “populations”</a:t>
            </a:r>
          </a:p>
          <a:p>
            <a:pPr lvl="1">
              <a:buFont typeface="Wingdings" panose="05000000000000000000" pitchFamily="2" charset="2"/>
              <a:buChar char="§"/>
            </a:pPr>
            <a:r>
              <a:rPr lang="en-NZ" i="1" dirty="0">
                <a:solidFill>
                  <a:schemeClr val="bg1"/>
                </a:solidFill>
              </a:rPr>
              <a:t>We cannot exclude that the observations are drawn from different distributions</a:t>
            </a:r>
          </a:p>
          <a:p>
            <a:pPr marL="514350" indent="-514350">
              <a:buFont typeface="+mj-lt"/>
              <a:buAutoNum type="arabicPeriod"/>
            </a:pPr>
            <a:r>
              <a:rPr lang="en-NZ" sz="2400" dirty="0">
                <a:solidFill>
                  <a:schemeClr val="bg1"/>
                </a:solidFill>
              </a:rPr>
              <a:t>Can you express H0 formally?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153983-EFEA-79A1-105F-7B80284457A8}"/>
                  </a:ext>
                </a:extLst>
              </p:cNvPr>
              <p:cNvSpPr txBox="1"/>
              <p:nvPr/>
            </p:nvSpPr>
            <p:spPr>
              <a:xfrm>
                <a:off x="0" y="4953825"/>
                <a:ext cx="12192000" cy="487378"/>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NZ" sz="2800" b="0" i="1" smtClean="0">
                              <a:solidFill>
                                <a:schemeClr val="bg1"/>
                              </a:solidFill>
                              <a:latin typeface="Cambria Math" panose="02040503050406030204" pitchFamily="18" charset="0"/>
                            </a:rPr>
                          </m:ctrlPr>
                        </m:sSubPr>
                        <m:e>
                          <m:acc>
                            <m:accPr>
                              <m:chr m:val="̂"/>
                              <m:ctrlPr>
                                <a:rPr lang="en-NZ" sz="2800" b="0" i="1" smtClean="0">
                                  <a:solidFill>
                                    <a:schemeClr val="bg1"/>
                                  </a:solidFill>
                                  <a:latin typeface="Cambria Math" panose="02040503050406030204" pitchFamily="18" charset="0"/>
                                </a:rPr>
                              </m:ctrlPr>
                            </m:accPr>
                            <m:e>
                              <m:r>
                                <a:rPr lang="en-NZ" sz="2800" b="0" i="1" smtClean="0">
                                  <a:solidFill>
                                    <a:schemeClr val="bg1"/>
                                  </a:solidFill>
                                  <a:latin typeface="Cambria Math" panose="02040503050406030204" pitchFamily="18" charset="0"/>
                                </a:rPr>
                                <m:t>𝑌</m:t>
                              </m:r>
                            </m:e>
                          </m:acc>
                        </m:e>
                        <m:sub>
                          <m:r>
                            <a:rPr lang="en-NZ" sz="2800" b="0" i="1" smtClean="0">
                              <a:solidFill>
                                <a:schemeClr val="bg1"/>
                              </a:solidFill>
                              <a:latin typeface="Cambria Math" panose="02040503050406030204" pitchFamily="18" charset="0"/>
                            </a:rPr>
                            <m:t>𝑝𝑔</m:t>
                          </m:r>
                        </m:sub>
                      </m:sSub>
                      <m:r>
                        <a:rPr lang="en-NZ" sz="2800" b="0" i="1" smtClean="0">
                          <a:solidFill>
                            <a:schemeClr val="bg1"/>
                          </a:solidFill>
                          <a:latin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𝜇</m:t>
                      </m:r>
                      <m:r>
                        <a:rPr lang="en-NZ" sz="2800" b="0" i="1" smtClean="0">
                          <a:solidFill>
                            <a:schemeClr val="bg1"/>
                          </a:solidFill>
                          <a:latin typeface="Cambria Math" panose="02040503050406030204" pitchFamily="18" charset="0"/>
                          <a:ea typeface="Cambria Math" panose="02040503050406030204" pitchFamily="18" charset="0"/>
                        </a:rPr>
                        <m:t>+ </m:t>
                      </m:r>
                      <m:sSub>
                        <m:sSubPr>
                          <m:ctrlPr>
                            <a:rPr lang="en-NZ" sz="2800" b="0" i="1" smtClean="0">
                              <a:solidFill>
                                <a:schemeClr val="bg1"/>
                              </a:solidFill>
                              <a:latin typeface="Cambria Math" panose="02040503050406030204" pitchFamily="18" charset="0"/>
                              <a:ea typeface="Cambria Math" panose="02040503050406030204" pitchFamily="18" charset="0"/>
                            </a:rPr>
                          </m:ctrlPr>
                        </m:sSubPr>
                        <m:e>
                          <m:r>
                            <a:rPr lang="en-NZ" sz="2800" b="0" i="1" smtClean="0">
                              <a:solidFill>
                                <a:schemeClr val="bg1"/>
                              </a:solidFill>
                              <a:latin typeface="Cambria Math" panose="02040503050406030204" pitchFamily="18" charset="0"/>
                              <a:ea typeface="Cambria Math" panose="02040503050406030204" pitchFamily="18" charset="0"/>
                            </a:rPr>
                            <m:t>𝜖</m:t>
                          </m:r>
                        </m:e>
                        <m:sub>
                          <m:r>
                            <a:rPr lang="en-NZ" sz="2800" b="0" i="1" smtClean="0">
                              <a:solidFill>
                                <a:schemeClr val="bg1"/>
                              </a:solidFill>
                              <a:latin typeface="Cambria Math" panose="02040503050406030204" pitchFamily="18" charset="0"/>
                              <a:ea typeface="Cambria Math" panose="02040503050406030204" pitchFamily="18" charset="0"/>
                            </a:rPr>
                            <m:t>𝑝𝑔</m:t>
                          </m:r>
                        </m:sub>
                      </m:sSub>
                    </m:oMath>
                  </m:oMathPara>
                </a14:m>
                <a:endParaRPr lang="en-NZ" sz="2800" dirty="0">
                  <a:solidFill>
                    <a:schemeClr val="bg1"/>
                  </a:solidFill>
                </a:endParaRPr>
              </a:p>
            </p:txBody>
          </p:sp>
        </mc:Choice>
        <mc:Fallback xmlns="">
          <p:sp>
            <p:nvSpPr>
              <p:cNvPr id="4" name="TextBox 3">
                <a:extLst>
                  <a:ext uri="{FF2B5EF4-FFF2-40B4-BE49-F238E27FC236}">
                    <a16:creationId xmlns:a16="http://schemas.microsoft.com/office/drawing/2014/main" id="{DA153983-EFEA-79A1-105F-7B80284457A8}"/>
                  </a:ext>
                </a:extLst>
              </p:cNvPr>
              <p:cNvSpPr txBox="1">
                <a:spLocks noRot="1" noChangeAspect="1" noMove="1" noResize="1" noEditPoints="1" noAdjustHandles="1" noChangeArrowheads="1" noChangeShapeType="1" noTextEdit="1"/>
              </p:cNvSpPr>
              <p:nvPr/>
            </p:nvSpPr>
            <p:spPr>
              <a:xfrm>
                <a:off x="0" y="4953825"/>
                <a:ext cx="12192000" cy="487378"/>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683BDFA-7FF8-169E-A707-1B620BF857DF}"/>
                  </a:ext>
                </a:extLst>
              </p:cNvPr>
              <p:cNvSpPr txBox="1"/>
              <p:nvPr/>
            </p:nvSpPr>
            <p:spPr>
              <a:xfrm>
                <a:off x="0" y="5687568"/>
                <a:ext cx="12192000" cy="474553"/>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
                        <m:sSubPr>
                          <m:ctrlPr>
                            <a:rPr lang="en-NZ" sz="2800" i="1" smtClean="0">
                              <a:solidFill>
                                <a:schemeClr val="bg1"/>
                              </a:solidFill>
                              <a:latin typeface="Cambria Math" panose="02040503050406030204" pitchFamily="18" charset="0"/>
                            </a:rPr>
                          </m:ctrlPr>
                        </m:sSubPr>
                        <m:e>
                          <m:r>
                            <a:rPr lang="en-NZ" sz="2800" i="1" smtClean="0">
                              <a:solidFill>
                                <a:schemeClr val="bg1"/>
                              </a:solidFill>
                              <a:latin typeface="Cambria Math" panose="02040503050406030204" pitchFamily="18" charset="0"/>
                              <a:ea typeface="Cambria Math" panose="02040503050406030204" pitchFamily="18" charset="0"/>
                            </a:rPr>
                            <m:t>𝜖</m:t>
                          </m:r>
                        </m:e>
                        <m:sub>
                          <m:r>
                            <a:rPr lang="en-NZ" sz="2800" b="0" i="1" smtClean="0">
                              <a:solidFill>
                                <a:schemeClr val="bg1"/>
                              </a:solidFill>
                              <a:latin typeface="Cambria Math" panose="02040503050406030204" pitchFamily="18" charset="0"/>
                            </a:rPr>
                            <m:t>𝑝𝑔</m:t>
                          </m:r>
                        </m:sub>
                      </m:sSub>
                      <m:r>
                        <a:rPr lang="en-NZ" sz="2800" b="0" i="1" smtClean="0">
                          <a:solidFill>
                            <a:schemeClr val="bg1"/>
                          </a:solidFill>
                          <a:latin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 </m:t>
                      </m:r>
                      <m:r>
                        <a:rPr lang="en-NZ" sz="2800" b="0" i="1" smtClean="0">
                          <a:solidFill>
                            <a:schemeClr val="bg1"/>
                          </a:solidFill>
                          <a:latin typeface="Cambria Math" panose="02040503050406030204" pitchFamily="18" charset="0"/>
                          <a:ea typeface="Cambria Math" panose="02040503050406030204" pitchFamily="18" charset="0"/>
                        </a:rPr>
                        <m:t>𝑁</m:t>
                      </m:r>
                      <m:r>
                        <a:rPr lang="en-NZ" sz="2800" b="0" i="1" smtClean="0">
                          <a:solidFill>
                            <a:schemeClr val="bg1"/>
                          </a:solidFill>
                          <a:latin typeface="Cambria Math" panose="02040503050406030204" pitchFamily="18" charset="0"/>
                          <a:ea typeface="Cambria Math" panose="02040503050406030204" pitchFamily="18" charset="0"/>
                        </a:rPr>
                        <m:t>(0, </m:t>
                      </m:r>
                      <m:sSup>
                        <m:sSupPr>
                          <m:ctrlPr>
                            <a:rPr lang="en-NZ" sz="2800" b="0" i="1" smtClean="0">
                              <a:solidFill>
                                <a:schemeClr val="bg1"/>
                              </a:solidFill>
                              <a:latin typeface="Cambria Math" panose="02040503050406030204" pitchFamily="18" charset="0"/>
                              <a:ea typeface="Cambria Math" panose="02040503050406030204" pitchFamily="18" charset="0"/>
                            </a:rPr>
                          </m:ctrlPr>
                        </m:sSupPr>
                        <m:e>
                          <m:r>
                            <a:rPr lang="en-NZ" sz="2800" b="0" i="1" smtClean="0">
                              <a:solidFill>
                                <a:schemeClr val="bg1"/>
                              </a:solidFill>
                              <a:latin typeface="Cambria Math" panose="02040503050406030204" pitchFamily="18" charset="0"/>
                              <a:ea typeface="Cambria Math" panose="02040503050406030204" pitchFamily="18" charset="0"/>
                            </a:rPr>
                            <m:t>𝜎</m:t>
                          </m:r>
                        </m:e>
                        <m:sup>
                          <m:r>
                            <a:rPr lang="en-NZ" sz="2800" b="0" i="1" smtClean="0">
                              <a:solidFill>
                                <a:schemeClr val="bg1"/>
                              </a:solidFill>
                              <a:latin typeface="Cambria Math" panose="02040503050406030204" pitchFamily="18" charset="0"/>
                              <a:ea typeface="Cambria Math" panose="02040503050406030204" pitchFamily="18" charset="0"/>
                            </a:rPr>
                            <m:t>2</m:t>
                          </m:r>
                        </m:sup>
                      </m:sSup>
                      <m:r>
                        <a:rPr lang="en-NZ" sz="2800" b="0" i="1" smtClean="0">
                          <a:solidFill>
                            <a:schemeClr val="bg1"/>
                          </a:solidFill>
                          <a:latin typeface="Cambria Math" panose="02040503050406030204" pitchFamily="18" charset="0"/>
                          <a:ea typeface="Cambria Math" panose="02040503050406030204" pitchFamily="18" charset="0"/>
                        </a:rPr>
                        <m:t>)</m:t>
                      </m:r>
                    </m:oMath>
                  </m:oMathPara>
                </a14:m>
                <a:endParaRPr lang="en-NZ" sz="2800" dirty="0">
                  <a:solidFill>
                    <a:schemeClr val="bg1"/>
                  </a:solidFill>
                </a:endParaRPr>
              </a:p>
            </p:txBody>
          </p:sp>
        </mc:Choice>
        <mc:Fallback xmlns="">
          <p:sp>
            <p:nvSpPr>
              <p:cNvPr id="5" name="TextBox 4">
                <a:extLst>
                  <a:ext uri="{FF2B5EF4-FFF2-40B4-BE49-F238E27FC236}">
                    <a16:creationId xmlns:a16="http://schemas.microsoft.com/office/drawing/2014/main" id="{2683BDFA-7FF8-169E-A707-1B620BF857DF}"/>
                  </a:ext>
                </a:extLst>
              </p:cNvPr>
              <p:cNvSpPr txBox="1">
                <a:spLocks noRot="1" noChangeAspect="1" noMove="1" noResize="1" noEditPoints="1" noAdjustHandles="1" noChangeArrowheads="1" noChangeShapeType="1" noTextEdit="1"/>
              </p:cNvSpPr>
              <p:nvPr/>
            </p:nvSpPr>
            <p:spPr>
              <a:xfrm>
                <a:off x="0" y="5687568"/>
                <a:ext cx="12192000" cy="474553"/>
              </a:xfrm>
              <a:prstGeom prst="rect">
                <a:avLst/>
              </a:prstGeom>
              <a:blipFill>
                <a:blip r:embed="rId3"/>
                <a:stretch>
                  <a:fillRect/>
                </a:stretch>
              </a:blipFill>
            </p:spPr>
            <p:txBody>
              <a:bodyPr/>
              <a:lstStyle/>
              <a:p>
                <a:r>
                  <a:rPr lang="en-NZ">
                    <a:noFill/>
                  </a:rPr>
                  <a:t> </a:t>
                </a:r>
              </a:p>
            </p:txBody>
          </p:sp>
        </mc:Fallback>
      </mc:AlternateContent>
      <p:sp>
        <p:nvSpPr>
          <p:cNvPr id="6" name="Rectangle: Rounded Corners 5">
            <a:extLst>
              <a:ext uri="{FF2B5EF4-FFF2-40B4-BE49-F238E27FC236}">
                <a16:creationId xmlns:a16="http://schemas.microsoft.com/office/drawing/2014/main" id="{EA92B8F1-28F7-2335-89E0-310C9143C864}"/>
              </a:ext>
            </a:extLst>
          </p:cNvPr>
          <p:cNvSpPr/>
          <p:nvPr/>
        </p:nvSpPr>
        <p:spPr>
          <a:xfrm>
            <a:off x="4864608" y="5586984"/>
            <a:ext cx="2432304" cy="786384"/>
          </a:xfrm>
          <a:prstGeom prst="round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 name="TextBox 8">
            <a:extLst>
              <a:ext uri="{FF2B5EF4-FFF2-40B4-BE49-F238E27FC236}">
                <a16:creationId xmlns:a16="http://schemas.microsoft.com/office/drawing/2014/main" id="{AE7A986E-1AF4-0D90-C25E-38780A057AE3}"/>
              </a:ext>
            </a:extLst>
          </p:cNvPr>
          <p:cNvSpPr txBox="1"/>
          <p:nvPr/>
        </p:nvSpPr>
        <p:spPr>
          <a:xfrm>
            <a:off x="7406640" y="5771650"/>
            <a:ext cx="2514600" cy="369332"/>
          </a:xfrm>
          <a:prstGeom prst="rect">
            <a:avLst/>
          </a:prstGeom>
          <a:noFill/>
        </p:spPr>
        <p:txBody>
          <a:bodyPr wrap="square" rtlCol="0">
            <a:spAutoFit/>
          </a:bodyPr>
          <a:lstStyle/>
          <a:p>
            <a:r>
              <a:rPr lang="en-NZ" b="1" dirty="0">
                <a:solidFill>
                  <a:schemeClr val="accent2">
                    <a:lumMod val="75000"/>
                  </a:schemeClr>
                </a:solidFill>
              </a:rPr>
              <a:t>ANOVA assumption!</a:t>
            </a:r>
          </a:p>
        </p:txBody>
      </p:sp>
    </p:spTree>
    <p:extLst>
      <p:ext uri="{BB962C8B-B14F-4D97-AF65-F5344CB8AC3E}">
        <p14:creationId xmlns:p14="http://schemas.microsoft.com/office/powerpoint/2010/main" val="1058671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4BDA6-061A-AE51-C3A5-F3CFD2C8AC6C}"/>
              </a:ext>
            </a:extLst>
          </p:cNvPr>
          <p:cNvSpPr>
            <a:spLocks noGrp="1"/>
          </p:cNvSpPr>
          <p:nvPr>
            <p:ph type="title"/>
          </p:nvPr>
        </p:nvSpPr>
        <p:spPr>
          <a:xfrm>
            <a:off x="838200" y="401701"/>
            <a:ext cx="10515600" cy="1325563"/>
          </a:xfrm>
        </p:spPr>
        <p:txBody>
          <a:bodyPr/>
          <a:lstStyle/>
          <a:p>
            <a:r>
              <a:rPr lang="en-NZ" dirty="0">
                <a:solidFill>
                  <a:schemeClr val="bg1"/>
                </a:solidFill>
              </a:rPr>
              <a:t>Linear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4AFABA-AB40-52AE-4454-2050F8920C62}"/>
                  </a:ext>
                </a:extLst>
              </p:cNvPr>
              <p:cNvSpPr>
                <a:spLocks noGrp="1"/>
              </p:cNvSpPr>
              <p:nvPr>
                <p:ph idx="1"/>
              </p:nvPr>
            </p:nvSpPr>
            <p:spPr>
              <a:xfrm>
                <a:off x="838200" y="1825625"/>
                <a:ext cx="10515600" cy="2819527"/>
              </a:xfrm>
            </p:spPr>
            <p:txBody>
              <a:bodyPr>
                <a:noAutofit/>
              </a:bodyPr>
              <a:lstStyle/>
              <a:p>
                <a:r>
                  <a:rPr lang="en-NZ" sz="2400" dirty="0">
                    <a:solidFill>
                      <a:schemeClr val="bg1"/>
                    </a:solidFill>
                  </a:rPr>
                  <a:t>H0 looks like a linear model, right?</a:t>
                </a:r>
              </a:p>
              <a:p>
                <a:pPr marL="457200" lvl="1" indent="0">
                  <a:buNone/>
                </a:pPr>
                <a:r>
                  <a:rPr lang="en-NZ" dirty="0">
                    <a:solidFill>
                      <a:schemeClr val="bg1"/>
                    </a:solidFill>
                  </a:rPr>
                  <a:t>Indeed, ANOVA is a method </a:t>
                </a:r>
                <a:r>
                  <a:rPr lang="en-NZ" b="1" u="sng" dirty="0">
                    <a:solidFill>
                      <a:schemeClr val="accent2">
                        <a:lumMod val="75000"/>
                      </a:schemeClr>
                    </a:solidFill>
                  </a:rPr>
                  <a:t>applied to </a:t>
                </a:r>
                <a:r>
                  <a:rPr lang="en-NZ" dirty="0">
                    <a:solidFill>
                      <a:schemeClr val="bg1"/>
                    </a:solidFill>
                  </a:rPr>
                  <a:t>a linear model</a:t>
                </a:r>
              </a:p>
              <a:p>
                <a:r>
                  <a:rPr lang="en-NZ" i="1" dirty="0">
                    <a:solidFill>
                      <a:schemeClr val="bg1"/>
                    </a:solidFill>
                  </a:rPr>
                  <a:t>F</a:t>
                </a:r>
                <a:r>
                  <a:rPr lang="en-NZ" dirty="0">
                    <a:solidFill>
                      <a:schemeClr val="bg1"/>
                    </a:solidFill>
                  </a:rPr>
                  <a:t> has some similarities with </a:t>
                </a:r>
                <a14:m>
                  <m:oMath xmlns:m="http://schemas.openxmlformats.org/officeDocument/2006/math">
                    <m:sSup>
                      <m:sSupPr>
                        <m:ctrlPr>
                          <a:rPr lang="en-NZ" i="1" smtClean="0">
                            <a:solidFill>
                              <a:schemeClr val="bg1"/>
                            </a:solidFill>
                            <a:latin typeface="Cambria Math" panose="02040503050406030204" pitchFamily="18" charset="0"/>
                          </a:rPr>
                        </m:ctrlPr>
                      </m:sSupPr>
                      <m:e>
                        <m:r>
                          <a:rPr lang="en-NZ" b="0" i="1" smtClean="0">
                            <a:solidFill>
                              <a:schemeClr val="bg1"/>
                            </a:solidFill>
                            <a:latin typeface="Cambria Math" panose="02040503050406030204" pitchFamily="18" charset="0"/>
                          </a:rPr>
                          <m:t>𝑅</m:t>
                        </m:r>
                      </m:e>
                      <m:sup>
                        <m:r>
                          <a:rPr lang="en-NZ" b="0" i="1" smtClean="0">
                            <a:solidFill>
                              <a:schemeClr val="bg1"/>
                            </a:solidFill>
                            <a:latin typeface="Cambria Math" panose="02040503050406030204" pitchFamily="18" charset="0"/>
                          </a:rPr>
                          <m:t>2</m:t>
                        </m:r>
                      </m:sup>
                    </m:sSup>
                  </m:oMath>
                </a14:m>
                <a:endParaRPr lang="en-NZ" dirty="0">
                  <a:solidFill>
                    <a:schemeClr val="bg1"/>
                  </a:solidFill>
                </a:endParaRPr>
              </a:p>
            </p:txBody>
          </p:sp>
        </mc:Choice>
        <mc:Fallback xmlns="">
          <p:sp>
            <p:nvSpPr>
              <p:cNvPr id="3" name="Content Placeholder 2">
                <a:extLst>
                  <a:ext uri="{FF2B5EF4-FFF2-40B4-BE49-F238E27FC236}">
                    <a16:creationId xmlns:a16="http://schemas.microsoft.com/office/drawing/2014/main" id="{D94AFABA-AB40-52AE-4454-2050F8920C62}"/>
                  </a:ext>
                </a:extLst>
              </p:cNvPr>
              <p:cNvSpPr>
                <a:spLocks noGrp="1" noRot="1" noChangeAspect="1" noMove="1" noResize="1" noEditPoints="1" noAdjustHandles="1" noChangeArrowheads="1" noChangeShapeType="1" noTextEdit="1"/>
              </p:cNvSpPr>
              <p:nvPr>
                <p:ph idx="1"/>
              </p:nvPr>
            </p:nvSpPr>
            <p:spPr>
              <a:xfrm>
                <a:off x="838200" y="1825625"/>
                <a:ext cx="10515600" cy="2819527"/>
              </a:xfrm>
              <a:blipFill>
                <a:blip r:embed="rId2"/>
                <a:stretch>
                  <a:fillRect l="-1043" t="-280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65A1EA-E1EA-0FA3-7AC2-DED1C1157A3D}"/>
                  </a:ext>
                </a:extLst>
              </p:cNvPr>
              <p:cNvSpPr txBox="1"/>
              <p:nvPr/>
            </p:nvSpPr>
            <p:spPr>
              <a:xfrm>
                <a:off x="1551432" y="3429000"/>
                <a:ext cx="2965704" cy="57515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NZ" b="0" i="1" smtClean="0">
                          <a:solidFill>
                            <a:schemeClr val="bg1"/>
                          </a:solidFill>
                          <a:latin typeface="Cambria Math" panose="02040503050406030204" pitchFamily="18" charset="0"/>
                        </a:rPr>
                        <m:t>𝐹</m:t>
                      </m:r>
                      <m:r>
                        <a:rPr lang="en-NZ" b="0" i="1" smtClean="0">
                          <a:solidFill>
                            <a:schemeClr val="bg1"/>
                          </a:solidFill>
                          <a:latin typeface="Cambria Math" panose="02040503050406030204" pitchFamily="18" charset="0"/>
                          <a:ea typeface="Cambria Math" panose="02040503050406030204" pitchFamily="18" charset="0"/>
                        </a:rPr>
                        <m:t>= </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𝑆𝑆</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den>
                      </m:f>
                      <m:r>
                        <a:rPr lang="en-NZ" i="1">
                          <a:solidFill>
                            <a:schemeClr val="bg1"/>
                          </a:solidFill>
                          <a:latin typeface="Cambria Math" panose="02040503050406030204" pitchFamily="18" charset="0"/>
                          <a:ea typeface="Cambria Math" panose="02040503050406030204" pitchFamily="18" charset="0"/>
                        </a:rPr>
                        <m:t>×</m:t>
                      </m:r>
                      <m:f>
                        <m:fPr>
                          <m:ctrlPr>
                            <a:rPr lang="en-NZ" b="0" i="1" smtClean="0">
                              <a:solidFill>
                                <a:schemeClr val="bg1"/>
                              </a:solidFill>
                              <a:latin typeface="Cambria Math" panose="02040503050406030204" pitchFamily="18" charset="0"/>
                              <a:ea typeface="Cambria Math" panose="02040503050406030204" pitchFamily="18" charset="0"/>
                            </a:rPr>
                          </m:ctrlPr>
                        </m:fPr>
                        <m:num>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𝑤𝑖𝑡h𝑖𝑛</m:t>
                              </m:r>
                            </m:sub>
                          </m:sSub>
                        </m:num>
                        <m:den>
                          <m:sSub>
                            <m:sSubPr>
                              <m:ctrlPr>
                                <a:rPr lang="en-NZ" b="0" i="1" smtClean="0">
                                  <a:solidFill>
                                    <a:schemeClr val="bg1"/>
                                  </a:solidFill>
                                  <a:latin typeface="Cambria Math" panose="02040503050406030204" pitchFamily="18" charset="0"/>
                                  <a:ea typeface="Cambria Math" panose="02040503050406030204" pitchFamily="18" charset="0"/>
                                </a:rPr>
                              </m:ctrlPr>
                            </m:sSubPr>
                            <m:e>
                              <m:r>
                                <a:rPr lang="en-NZ" b="0" i="1" smtClean="0">
                                  <a:solidFill>
                                    <a:schemeClr val="bg1"/>
                                  </a:solidFill>
                                  <a:latin typeface="Cambria Math" panose="02040503050406030204" pitchFamily="18" charset="0"/>
                                  <a:ea typeface="Cambria Math" panose="02040503050406030204" pitchFamily="18" charset="0"/>
                                </a:rPr>
                                <m:t>𝐷𝑓</m:t>
                              </m:r>
                            </m:e>
                            <m:sub>
                              <m:r>
                                <a:rPr lang="en-NZ" b="0" i="1" smtClean="0">
                                  <a:solidFill>
                                    <a:schemeClr val="bg1"/>
                                  </a:solidFill>
                                  <a:latin typeface="Cambria Math" panose="02040503050406030204" pitchFamily="18" charset="0"/>
                                  <a:ea typeface="Cambria Math" panose="02040503050406030204" pitchFamily="18" charset="0"/>
                                </a:rPr>
                                <m:t>𝑏𝑒𝑡𝑤𝑒𝑒𝑛</m:t>
                              </m:r>
                            </m:sub>
                          </m:sSub>
                        </m:den>
                      </m:f>
                    </m:oMath>
                  </m:oMathPara>
                </a14:m>
                <a:endParaRPr lang="en-NZ" dirty="0">
                  <a:solidFill>
                    <a:schemeClr val="bg1"/>
                  </a:solidFill>
                </a:endParaRPr>
              </a:p>
            </p:txBody>
          </p:sp>
        </mc:Choice>
        <mc:Fallback xmlns="">
          <p:sp>
            <p:nvSpPr>
              <p:cNvPr id="4" name="TextBox 3">
                <a:extLst>
                  <a:ext uri="{FF2B5EF4-FFF2-40B4-BE49-F238E27FC236}">
                    <a16:creationId xmlns:a16="http://schemas.microsoft.com/office/drawing/2014/main" id="{0865A1EA-E1EA-0FA3-7AC2-DED1C1157A3D}"/>
                  </a:ext>
                </a:extLst>
              </p:cNvPr>
              <p:cNvSpPr txBox="1">
                <a:spLocks noRot="1" noChangeAspect="1" noMove="1" noResize="1" noEditPoints="1" noAdjustHandles="1" noChangeArrowheads="1" noChangeShapeType="1" noTextEdit="1"/>
              </p:cNvSpPr>
              <p:nvPr/>
            </p:nvSpPr>
            <p:spPr>
              <a:xfrm>
                <a:off x="1551432" y="3429000"/>
                <a:ext cx="2965704" cy="575157"/>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A2872F-CD0B-DB18-5FBE-B40CE1D69B03}"/>
                  </a:ext>
                </a:extLst>
              </p:cNvPr>
              <p:cNvSpPr txBox="1"/>
              <p:nvPr/>
            </p:nvSpPr>
            <p:spPr>
              <a:xfrm>
                <a:off x="1551432" y="4550151"/>
                <a:ext cx="2147959" cy="567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NZ" i="1" smtClean="0">
                              <a:solidFill>
                                <a:schemeClr val="bg1"/>
                              </a:solidFill>
                              <a:latin typeface="Cambria Math" panose="02040503050406030204" pitchFamily="18" charset="0"/>
                            </a:rPr>
                          </m:ctrlPr>
                        </m:sSupPr>
                        <m:e>
                          <m:r>
                            <a:rPr lang="en-NZ" b="0" i="1" smtClean="0">
                              <a:solidFill>
                                <a:schemeClr val="bg1"/>
                              </a:solidFill>
                              <a:latin typeface="Cambria Math" panose="02040503050406030204" pitchFamily="18" charset="0"/>
                            </a:rPr>
                            <m:t>𝑅</m:t>
                          </m:r>
                        </m:e>
                        <m:sup>
                          <m:r>
                            <a:rPr lang="en-NZ" b="0" i="1" smtClean="0">
                              <a:solidFill>
                                <a:schemeClr val="bg1"/>
                              </a:solidFill>
                              <a:latin typeface="Cambria Math" panose="02040503050406030204" pitchFamily="18" charset="0"/>
                            </a:rPr>
                            <m:t>2</m:t>
                          </m:r>
                        </m:sup>
                      </m:sSup>
                      <m:r>
                        <a:rPr lang="en-NZ" b="0" i="1" smtClean="0">
                          <a:solidFill>
                            <a:schemeClr val="bg1"/>
                          </a:solidFill>
                          <a:latin typeface="Cambria Math" panose="02040503050406030204" pitchFamily="18" charset="0"/>
                        </a:rPr>
                        <m:t>=1 − </m:t>
                      </m:r>
                      <m:f>
                        <m:fPr>
                          <m:ctrlPr>
                            <a:rPr lang="en-NZ" b="0" i="1" smtClean="0">
                              <a:solidFill>
                                <a:schemeClr val="bg1"/>
                              </a:solidFill>
                              <a:latin typeface="Cambria Math" panose="02040503050406030204" pitchFamily="18" charset="0"/>
                            </a:rPr>
                          </m:ctrlPr>
                        </m:fPr>
                        <m:num>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𝑟𝑒𝑠𝑖𝑑𝑢𝑎𝑙𝑠</m:t>
                              </m:r>
                            </m:sub>
                          </m:sSub>
                        </m:num>
                        <m:den>
                          <m:sSub>
                            <m:sSubPr>
                              <m:ctrlPr>
                                <a:rPr lang="en-NZ" b="0" i="1" smtClean="0">
                                  <a:solidFill>
                                    <a:schemeClr val="bg1"/>
                                  </a:solidFill>
                                  <a:latin typeface="Cambria Math" panose="02040503050406030204" pitchFamily="18" charset="0"/>
                                </a:rPr>
                              </m:ctrlPr>
                            </m:sSubPr>
                            <m:e>
                              <m:r>
                                <a:rPr lang="en-NZ" b="0" i="1" smtClean="0">
                                  <a:solidFill>
                                    <a:schemeClr val="bg1"/>
                                  </a:solidFill>
                                  <a:latin typeface="Cambria Math" panose="02040503050406030204" pitchFamily="18" charset="0"/>
                                </a:rPr>
                                <m:t>𝑆𝑆</m:t>
                              </m:r>
                            </m:e>
                            <m:sub>
                              <m:r>
                                <a:rPr lang="en-NZ" b="0" i="1" smtClean="0">
                                  <a:solidFill>
                                    <a:schemeClr val="bg1"/>
                                  </a:solidFill>
                                  <a:latin typeface="Cambria Math" panose="02040503050406030204" pitchFamily="18" charset="0"/>
                                </a:rPr>
                                <m:t>𝑡𝑜𝑡𝑎𝑙</m:t>
                              </m:r>
                            </m:sub>
                          </m:sSub>
                        </m:den>
                      </m:f>
                    </m:oMath>
                  </m:oMathPara>
                </a14:m>
                <a:endParaRPr lang="en-NZ" dirty="0">
                  <a:solidFill>
                    <a:schemeClr val="bg1"/>
                  </a:solidFill>
                </a:endParaRPr>
              </a:p>
            </p:txBody>
          </p:sp>
        </mc:Choice>
        <mc:Fallback xmlns="">
          <p:sp>
            <p:nvSpPr>
              <p:cNvPr id="5" name="TextBox 4">
                <a:extLst>
                  <a:ext uri="{FF2B5EF4-FFF2-40B4-BE49-F238E27FC236}">
                    <a16:creationId xmlns:a16="http://schemas.microsoft.com/office/drawing/2014/main" id="{08A2872F-CD0B-DB18-5FBE-B40CE1D69B03}"/>
                  </a:ext>
                </a:extLst>
              </p:cNvPr>
              <p:cNvSpPr txBox="1">
                <a:spLocks noRot="1" noChangeAspect="1" noMove="1" noResize="1" noEditPoints="1" noAdjustHandles="1" noChangeArrowheads="1" noChangeShapeType="1" noTextEdit="1"/>
              </p:cNvSpPr>
              <p:nvPr/>
            </p:nvSpPr>
            <p:spPr>
              <a:xfrm>
                <a:off x="1551432" y="4550151"/>
                <a:ext cx="2147959" cy="567207"/>
              </a:xfrm>
              <a:prstGeom prst="rect">
                <a:avLst/>
              </a:prstGeom>
              <a:blipFill>
                <a:blip r:embed="rId4"/>
                <a:stretch>
                  <a:fillRect/>
                </a:stretch>
              </a:blipFill>
            </p:spPr>
            <p:txBody>
              <a:bodyPr/>
              <a:lstStyle/>
              <a:p>
                <a:r>
                  <a:rPr lang="en-NZ">
                    <a:noFill/>
                  </a:rPr>
                  <a:t> </a:t>
                </a:r>
              </a:p>
            </p:txBody>
          </p:sp>
        </mc:Fallback>
      </mc:AlternateContent>
      <p:sp>
        <p:nvSpPr>
          <p:cNvPr id="6" name="TextBox 5">
            <a:extLst>
              <a:ext uri="{FF2B5EF4-FFF2-40B4-BE49-F238E27FC236}">
                <a16:creationId xmlns:a16="http://schemas.microsoft.com/office/drawing/2014/main" id="{C8910F5A-3A47-D10A-9512-113EC79A2397}"/>
              </a:ext>
            </a:extLst>
          </p:cNvPr>
          <p:cNvSpPr txBox="1"/>
          <p:nvPr/>
        </p:nvSpPr>
        <p:spPr>
          <a:xfrm>
            <a:off x="3884035" y="4702949"/>
            <a:ext cx="4052957" cy="261610"/>
          </a:xfrm>
          <a:prstGeom prst="rect">
            <a:avLst/>
          </a:prstGeom>
          <a:noFill/>
        </p:spPr>
        <p:txBody>
          <a:bodyPr wrap="square" rtlCol="0">
            <a:spAutoFit/>
          </a:bodyPr>
          <a:lstStyle/>
          <a:p>
            <a:r>
              <a:rPr lang="en-NZ" sz="1100" i="1" dirty="0">
                <a:solidFill>
                  <a:schemeClr val="bg1"/>
                </a:solidFill>
              </a:rPr>
              <a:t>Proportion of variance in the outcome captured by the predictor </a:t>
            </a:r>
          </a:p>
        </p:txBody>
      </p:sp>
    </p:spTree>
    <p:extLst>
      <p:ext uri="{BB962C8B-B14F-4D97-AF65-F5344CB8AC3E}">
        <p14:creationId xmlns:p14="http://schemas.microsoft.com/office/powerpoint/2010/main" val="1258521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C8C15-EC4C-6397-2AC8-6C065A5C9832}"/>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68BD3B40-DFD9-0DE3-8B27-F2FADAD275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331606" y="537798"/>
            <a:ext cx="5528787" cy="5782402"/>
          </a:xfrm>
          <a:prstGeom prst="rect">
            <a:avLst/>
          </a:prstGeom>
        </p:spPr>
      </p:pic>
      <p:cxnSp>
        <p:nvCxnSpPr>
          <p:cNvPr id="3" name="Straight Connector 2">
            <a:extLst>
              <a:ext uri="{FF2B5EF4-FFF2-40B4-BE49-F238E27FC236}">
                <a16:creationId xmlns:a16="http://schemas.microsoft.com/office/drawing/2014/main" id="{1CF6A611-17DF-2BA7-B449-D04B9F9F056F}"/>
              </a:ext>
            </a:extLst>
          </p:cNvPr>
          <p:cNvCxnSpPr>
            <a:cxnSpLocks/>
          </p:cNvCxnSpPr>
          <p:nvPr/>
        </p:nvCxnSpPr>
        <p:spPr>
          <a:xfrm flipV="1">
            <a:off x="4917563" y="3904488"/>
            <a:ext cx="2937133" cy="630936"/>
          </a:xfrm>
          <a:prstGeom prst="line">
            <a:avLst/>
          </a:prstGeom>
          <a:ln w="762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sp>
        <p:nvSpPr>
          <p:cNvPr id="11" name="Right Brace 10">
            <a:extLst>
              <a:ext uri="{FF2B5EF4-FFF2-40B4-BE49-F238E27FC236}">
                <a16:creationId xmlns:a16="http://schemas.microsoft.com/office/drawing/2014/main" id="{FF2A8795-0FE6-6379-D7B2-80B8C27E99DA}"/>
              </a:ext>
            </a:extLst>
          </p:cNvPr>
          <p:cNvSpPr/>
          <p:nvPr/>
        </p:nvSpPr>
        <p:spPr>
          <a:xfrm>
            <a:off x="8055792" y="3834618"/>
            <a:ext cx="301752" cy="563646"/>
          </a:xfrm>
          <a:prstGeom prst="rightBrace">
            <a:avLst/>
          </a:prstGeom>
          <a:ln w="57150">
            <a:solidFill>
              <a:schemeClr val="accent3">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B88FFC3-FFE0-2081-0567-7A92D535C68A}"/>
                  </a:ext>
                </a:extLst>
              </p:cNvPr>
              <p:cNvSpPr txBox="1"/>
              <p:nvPr/>
            </p:nvSpPr>
            <p:spPr>
              <a:xfrm>
                <a:off x="8357544" y="3913324"/>
                <a:ext cx="3209544" cy="391902"/>
              </a:xfrm>
              <a:prstGeom prst="rect">
                <a:avLst/>
              </a:prstGeom>
              <a:noFill/>
            </p:spPr>
            <p:txBody>
              <a:bodyPr wrap="square" rtlCol="0">
                <a:spAutoFit/>
              </a:bodyPr>
              <a:lstStyle/>
              <a:p>
                <a:r>
                  <a:rPr lang="en-NZ" b="1" dirty="0">
                    <a:solidFill>
                      <a:schemeClr val="accent3">
                        <a:lumMod val="60000"/>
                        <a:lumOff val="40000"/>
                      </a:schemeClr>
                    </a:solidFill>
                  </a:rPr>
                  <a:t>ANOVA: </a:t>
                </a:r>
                <a14:m>
                  <m:oMath xmlns:m="http://schemas.openxmlformats.org/officeDocument/2006/math">
                    <m:sSub>
                      <m:sSubPr>
                        <m:ctrlPr>
                          <a:rPr lang="en-NZ" b="1" i="1" smtClean="0">
                            <a:solidFill>
                              <a:schemeClr val="accent3">
                                <a:lumMod val="60000"/>
                                <a:lumOff val="40000"/>
                              </a:schemeClr>
                            </a:solidFill>
                            <a:latin typeface="Cambria Math" panose="02040503050406030204" pitchFamily="18" charset="0"/>
                          </a:rPr>
                        </m:ctrlPr>
                      </m:sSubPr>
                      <m:e>
                        <m:r>
                          <a:rPr lang="en-NZ" b="1" i="1" smtClean="0">
                            <a:solidFill>
                              <a:schemeClr val="accent3">
                                <a:lumMod val="60000"/>
                                <a:lumOff val="40000"/>
                              </a:schemeClr>
                            </a:solidFill>
                            <a:latin typeface="Cambria Math" panose="02040503050406030204" pitchFamily="18" charset="0"/>
                            <a:ea typeface="Cambria Math" panose="02040503050406030204" pitchFamily="18" charset="0"/>
                          </a:rPr>
                          <m:t>𝝁</m:t>
                        </m:r>
                      </m:e>
                      <m:sub>
                        <m:r>
                          <a:rPr lang="en-NZ" b="1" i="1" smtClean="0">
                            <a:solidFill>
                              <a:schemeClr val="accent3">
                                <a:lumMod val="60000"/>
                                <a:lumOff val="40000"/>
                              </a:schemeClr>
                            </a:solidFill>
                            <a:latin typeface="Cambria Math" panose="02040503050406030204" pitchFamily="18" charset="0"/>
                          </a:rPr>
                          <m:t>𝒄𝒐𝒏𝒈𝒓𝒖𝒆𝒏𝒕</m:t>
                        </m:r>
                      </m:sub>
                    </m:sSub>
                    <m:r>
                      <a:rPr lang="en-NZ" b="1" i="1" smtClean="0">
                        <a:solidFill>
                          <a:schemeClr val="accent3">
                            <a:lumMod val="60000"/>
                            <a:lumOff val="40000"/>
                          </a:schemeClr>
                        </a:solidFill>
                        <a:latin typeface="Cambria Math" panose="02040503050406030204" pitchFamily="18" charset="0"/>
                      </a:rPr>
                      <m:t>− </m:t>
                    </m:r>
                    <m:sSub>
                      <m:sSubPr>
                        <m:ctrlPr>
                          <a:rPr lang="en-NZ" b="1" i="1" smtClean="0">
                            <a:solidFill>
                              <a:schemeClr val="accent3">
                                <a:lumMod val="60000"/>
                                <a:lumOff val="40000"/>
                              </a:schemeClr>
                            </a:solidFill>
                            <a:latin typeface="Cambria Math" panose="02040503050406030204" pitchFamily="18" charset="0"/>
                          </a:rPr>
                        </m:ctrlPr>
                      </m:sSubPr>
                      <m:e>
                        <m:r>
                          <a:rPr lang="en-NZ" b="1" i="1" smtClean="0">
                            <a:solidFill>
                              <a:schemeClr val="accent3">
                                <a:lumMod val="60000"/>
                                <a:lumOff val="40000"/>
                              </a:schemeClr>
                            </a:solidFill>
                            <a:latin typeface="Cambria Math" panose="02040503050406030204" pitchFamily="18" charset="0"/>
                            <a:ea typeface="Cambria Math" panose="02040503050406030204" pitchFamily="18" charset="0"/>
                          </a:rPr>
                          <m:t>𝝁</m:t>
                        </m:r>
                      </m:e>
                      <m:sub>
                        <m:r>
                          <a:rPr lang="en-NZ" b="1" i="1" smtClean="0">
                            <a:solidFill>
                              <a:schemeClr val="accent3">
                                <a:lumMod val="60000"/>
                                <a:lumOff val="40000"/>
                              </a:schemeClr>
                            </a:solidFill>
                            <a:latin typeface="Cambria Math" panose="02040503050406030204" pitchFamily="18" charset="0"/>
                          </a:rPr>
                          <m:t>𝒎𝒊𝒙𝒆𝒅</m:t>
                        </m:r>
                      </m:sub>
                    </m:sSub>
                  </m:oMath>
                </a14:m>
                <a:endParaRPr lang="en-NZ" b="1" dirty="0">
                  <a:solidFill>
                    <a:schemeClr val="accent3">
                      <a:lumMod val="60000"/>
                      <a:lumOff val="40000"/>
                    </a:schemeClr>
                  </a:solidFill>
                </a:endParaRPr>
              </a:p>
            </p:txBody>
          </p:sp>
        </mc:Choice>
        <mc:Fallback xmlns="">
          <p:sp>
            <p:nvSpPr>
              <p:cNvPr id="12" name="TextBox 11">
                <a:extLst>
                  <a:ext uri="{FF2B5EF4-FFF2-40B4-BE49-F238E27FC236}">
                    <a16:creationId xmlns:a16="http://schemas.microsoft.com/office/drawing/2014/main" id="{1B88FFC3-FFE0-2081-0567-7A92D535C68A}"/>
                  </a:ext>
                </a:extLst>
              </p:cNvPr>
              <p:cNvSpPr txBox="1">
                <a:spLocks noRot="1" noChangeAspect="1" noMove="1" noResize="1" noEditPoints="1" noAdjustHandles="1" noChangeArrowheads="1" noChangeShapeType="1" noTextEdit="1"/>
              </p:cNvSpPr>
              <p:nvPr/>
            </p:nvSpPr>
            <p:spPr>
              <a:xfrm>
                <a:off x="8357544" y="3913324"/>
                <a:ext cx="3209544" cy="391902"/>
              </a:xfrm>
              <a:prstGeom prst="rect">
                <a:avLst/>
              </a:prstGeom>
              <a:blipFill>
                <a:blip r:embed="rId4"/>
                <a:stretch>
                  <a:fillRect l="-1711" t="-6250" b="-2187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F4C097-3639-87C9-8B2E-F32B708D1F7D}"/>
                  </a:ext>
                </a:extLst>
              </p:cNvPr>
              <p:cNvSpPr txBox="1"/>
              <p:nvPr/>
            </p:nvSpPr>
            <p:spPr>
              <a:xfrm>
                <a:off x="5123446" y="4739928"/>
                <a:ext cx="3577070" cy="949619"/>
              </a:xfrm>
              <a:prstGeom prst="rect">
                <a:avLst/>
              </a:prstGeom>
              <a:noFill/>
            </p:spPr>
            <p:txBody>
              <a:bodyPr wrap="square" rtlCol="0">
                <a:spAutoFit/>
              </a:bodyPr>
              <a:lstStyle/>
              <a:p>
                <a:r>
                  <a:rPr lang="en-NZ" b="1" dirty="0">
                    <a:solidFill>
                      <a:schemeClr val="accent2">
                        <a:lumMod val="75000"/>
                      </a:schemeClr>
                    </a:solidFill>
                  </a:rPr>
                  <a:t>LM:</a:t>
                </a:r>
              </a:p>
              <a:p>
                <a:r>
                  <a:rPr lang="en-NZ" b="1" dirty="0">
                    <a:solidFill>
                      <a:schemeClr val="accent2">
                        <a:lumMod val="75000"/>
                      </a:schemeClr>
                    </a:solidFill>
                  </a:rPr>
                  <a:t> </a:t>
                </a:r>
                <a14:m>
                  <m:oMath xmlns:m="http://schemas.openxmlformats.org/officeDocument/2006/math">
                    <m:sSub>
                      <m:sSubPr>
                        <m:ctrlPr>
                          <a:rPr lang="en-NZ" b="1" i="1" smtClean="0">
                            <a:solidFill>
                              <a:schemeClr val="accent2">
                                <a:lumMod val="75000"/>
                              </a:schemeClr>
                            </a:solidFill>
                            <a:latin typeface="Cambria Math" panose="02040503050406030204" pitchFamily="18" charset="0"/>
                          </a:rPr>
                        </m:ctrlPr>
                      </m:sSubPr>
                      <m:e>
                        <m:r>
                          <a:rPr lang="en-NZ" b="1" i="1" smtClean="0">
                            <a:solidFill>
                              <a:schemeClr val="accent2">
                                <a:lumMod val="75000"/>
                              </a:schemeClr>
                            </a:solidFill>
                            <a:latin typeface="Cambria Math" panose="02040503050406030204" pitchFamily="18" charset="0"/>
                            <a:ea typeface="Cambria Math" panose="02040503050406030204" pitchFamily="18" charset="0"/>
                          </a:rPr>
                          <m:t>𝜷</m:t>
                        </m:r>
                      </m:e>
                      <m:sub>
                        <m:r>
                          <a:rPr lang="en-NZ" b="1" i="1" smtClean="0">
                            <a:solidFill>
                              <a:schemeClr val="accent2">
                                <a:lumMod val="75000"/>
                              </a:schemeClr>
                            </a:solidFill>
                            <a:latin typeface="Cambria Math" panose="02040503050406030204" pitchFamily="18" charset="0"/>
                          </a:rPr>
                          <m:t>𝒎𝒊𝒙𝒆𝒅</m:t>
                        </m:r>
                      </m:sub>
                    </m:sSub>
                    <m:r>
                      <a:rPr lang="en-NZ" b="1" i="1" smtClean="0">
                        <a:solidFill>
                          <a:schemeClr val="accent2">
                            <a:lumMod val="75000"/>
                          </a:schemeClr>
                        </a:solidFill>
                        <a:latin typeface="Cambria Math" panose="02040503050406030204" pitchFamily="18" charset="0"/>
                      </a:rPr>
                      <m:t>= </m:t>
                    </m:r>
                    <m:sSub>
                      <m:sSubPr>
                        <m:ctrlPr>
                          <a:rPr lang="en-NZ" b="1" i="1" smtClean="0">
                            <a:solidFill>
                              <a:schemeClr val="accent2">
                                <a:lumMod val="75000"/>
                              </a:schemeClr>
                            </a:solidFill>
                            <a:latin typeface="Cambria Math" panose="02040503050406030204" pitchFamily="18" charset="0"/>
                          </a:rPr>
                        </m:ctrlPr>
                      </m:sSubPr>
                      <m:e>
                        <m:r>
                          <a:rPr lang="en-NZ" b="1" i="1" smtClean="0">
                            <a:solidFill>
                              <a:schemeClr val="accent2">
                                <a:lumMod val="75000"/>
                              </a:schemeClr>
                            </a:solidFill>
                            <a:latin typeface="Cambria Math" panose="02040503050406030204" pitchFamily="18" charset="0"/>
                            <a:ea typeface="Cambria Math" panose="02040503050406030204" pitchFamily="18" charset="0"/>
                          </a:rPr>
                          <m:t>𝝁</m:t>
                        </m:r>
                      </m:e>
                      <m:sub>
                        <m:r>
                          <a:rPr lang="en-NZ" b="1" i="1" smtClean="0">
                            <a:solidFill>
                              <a:schemeClr val="accent2">
                                <a:lumMod val="75000"/>
                              </a:schemeClr>
                            </a:solidFill>
                            <a:latin typeface="Cambria Math" panose="02040503050406030204" pitchFamily="18" charset="0"/>
                          </a:rPr>
                          <m:t>𝒄𝒐𝒏𝒈𝒓𝒖𝒆𝒏𝒕</m:t>
                        </m:r>
                      </m:sub>
                    </m:sSub>
                    <m:r>
                      <a:rPr lang="en-NZ" b="1" i="1" smtClean="0">
                        <a:solidFill>
                          <a:schemeClr val="accent2">
                            <a:lumMod val="75000"/>
                          </a:schemeClr>
                        </a:solidFill>
                        <a:latin typeface="Cambria Math" panose="02040503050406030204" pitchFamily="18" charset="0"/>
                      </a:rPr>
                      <m:t>− </m:t>
                    </m:r>
                    <m:sSub>
                      <m:sSubPr>
                        <m:ctrlPr>
                          <a:rPr lang="en-NZ" b="1" i="1" smtClean="0">
                            <a:solidFill>
                              <a:schemeClr val="accent2">
                                <a:lumMod val="75000"/>
                              </a:schemeClr>
                            </a:solidFill>
                            <a:latin typeface="Cambria Math" panose="02040503050406030204" pitchFamily="18" charset="0"/>
                          </a:rPr>
                        </m:ctrlPr>
                      </m:sSubPr>
                      <m:e>
                        <m:r>
                          <a:rPr lang="en-NZ" b="1" i="1" smtClean="0">
                            <a:solidFill>
                              <a:schemeClr val="accent2">
                                <a:lumMod val="75000"/>
                              </a:schemeClr>
                            </a:solidFill>
                            <a:latin typeface="Cambria Math" panose="02040503050406030204" pitchFamily="18" charset="0"/>
                            <a:ea typeface="Cambria Math" panose="02040503050406030204" pitchFamily="18" charset="0"/>
                          </a:rPr>
                          <m:t>𝝁</m:t>
                        </m:r>
                      </m:e>
                      <m:sub>
                        <m:r>
                          <a:rPr lang="en-NZ" b="1" i="1" smtClean="0">
                            <a:solidFill>
                              <a:schemeClr val="accent2">
                                <a:lumMod val="75000"/>
                              </a:schemeClr>
                            </a:solidFill>
                            <a:latin typeface="Cambria Math" panose="02040503050406030204" pitchFamily="18" charset="0"/>
                          </a:rPr>
                          <m:t>𝒎𝒊𝒙𝒆𝒅</m:t>
                        </m:r>
                      </m:sub>
                    </m:sSub>
                  </m:oMath>
                </a14:m>
                <a:endParaRPr lang="en-NZ" b="1" dirty="0">
                  <a:solidFill>
                    <a:schemeClr val="accent2">
                      <a:lumMod val="75000"/>
                    </a:schemeClr>
                  </a:solidFill>
                </a:endParaRPr>
              </a:p>
              <a:p>
                <a:r>
                  <a:rPr lang="en-NZ" b="1" dirty="0">
                    <a:solidFill>
                      <a:schemeClr val="accent2">
                        <a:lumMod val="75000"/>
                      </a:schemeClr>
                    </a:solidFill>
                  </a:rPr>
                  <a:t>= Slope</a:t>
                </a:r>
              </a:p>
            </p:txBody>
          </p:sp>
        </mc:Choice>
        <mc:Fallback xmlns="">
          <p:sp>
            <p:nvSpPr>
              <p:cNvPr id="13" name="TextBox 12">
                <a:extLst>
                  <a:ext uri="{FF2B5EF4-FFF2-40B4-BE49-F238E27FC236}">
                    <a16:creationId xmlns:a16="http://schemas.microsoft.com/office/drawing/2014/main" id="{46F4C097-3639-87C9-8B2E-F32B708D1F7D}"/>
                  </a:ext>
                </a:extLst>
              </p:cNvPr>
              <p:cNvSpPr txBox="1">
                <a:spLocks noRot="1" noChangeAspect="1" noMove="1" noResize="1" noEditPoints="1" noAdjustHandles="1" noChangeArrowheads="1" noChangeShapeType="1" noTextEdit="1"/>
              </p:cNvSpPr>
              <p:nvPr/>
            </p:nvSpPr>
            <p:spPr>
              <a:xfrm>
                <a:off x="5123446" y="4739928"/>
                <a:ext cx="3577070" cy="949619"/>
              </a:xfrm>
              <a:prstGeom prst="rect">
                <a:avLst/>
              </a:prstGeom>
              <a:blipFill>
                <a:blip r:embed="rId5"/>
                <a:stretch>
                  <a:fillRect l="-1363" t="-3226" b="-10323"/>
                </a:stretch>
              </a:blipFill>
            </p:spPr>
            <p:txBody>
              <a:bodyPr/>
              <a:lstStyle/>
              <a:p>
                <a:r>
                  <a:rPr lang="en-NZ">
                    <a:noFill/>
                  </a:rPr>
                  <a:t> </a:t>
                </a:r>
              </a:p>
            </p:txBody>
          </p:sp>
        </mc:Fallback>
      </mc:AlternateContent>
    </p:spTree>
    <p:extLst>
      <p:ext uri="{BB962C8B-B14F-4D97-AF65-F5344CB8AC3E}">
        <p14:creationId xmlns:p14="http://schemas.microsoft.com/office/powerpoint/2010/main" val="2692038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B412-30A4-C33B-B4ED-FB55074C24B2}"/>
              </a:ext>
            </a:extLst>
          </p:cNvPr>
          <p:cNvSpPr>
            <a:spLocks noGrp="1"/>
          </p:cNvSpPr>
          <p:nvPr>
            <p:ph type="title"/>
          </p:nvPr>
        </p:nvSpPr>
        <p:spPr/>
        <p:txBody>
          <a:bodyPr/>
          <a:lstStyle/>
          <a:p>
            <a:r>
              <a:rPr lang="en-NZ" dirty="0">
                <a:solidFill>
                  <a:schemeClr val="bg1"/>
                </a:solidFill>
              </a:rPr>
              <a:t>Going Bayesian</a:t>
            </a:r>
          </a:p>
        </p:txBody>
      </p:sp>
      <p:sp>
        <p:nvSpPr>
          <p:cNvPr id="3" name="Content Placeholder 2">
            <a:extLst>
              <a:ext uri="{FF2B5EF4-FFF2-40B4-BE49-F238E27FC236}">
                <a16:creationId xmlns:a16="http://schemas.microsoft.com/office/drawing/2014/main" id="{5B4E1142-E08F-5C6C-6C9D-B9ADE1E6E06B}"/>
              </a:ext>
            </a:extLst>
          </p:cNvPr>
          <p:cNvSpPr>
            <a:spLocks noGrp="1"/>
          </p:cNvSpPr>
          <p:nvPr>
            <p:ph idx="1"/>
          </p:nvPr>
        </p:nvSpPr>
        <p:spPr>
          <a:xfrm>
            <a:off x="838200" y="1825625"/>
            <a:ext cx="10515600" cy="3587623"/>
          </a:xfrm>
        </p:spPr>
        <p:txBody>
          <a:bodyPr/>
          <a:lstStyle/>
          <a:p>
            <a:r>
              <a:rPr lang="en-NZ" dirty="0">
                <a:solidFill>
                  <a:schemeClr val="bg1"/>
                </a:solidFill>
              </a:rPr>
              <a:t>A linear model is a more flexible tool than and ANOVA (or any other tests)</a:t>
            </a:r>
          </a:p>
          <a:p>
            <a:r>
              <a:rPr lang="en-NZ" dirty="0">
                <a:solidFill>
                  <a:schemeClr val="bg1"/>
                </a:solidFill>
              </a:rPr>
              <a:t>The switch between the two it’s quite easy</a:t>
            </a:r>
          </a:p>
          <a:p>
            <a:r>
              <a:rPr lang="en-NZ" dirty="0">
                <a:solidFill>
                  <a:schemeClr val="bg1"/>
                </a:solidFill>
              </a:rPr>
              <a:t>The switch to a Bayesian approach is quite easy too</a:t>
            </a:r>
          </a:p>
          <a:p>
            <a:pPr lvl="1"/>
            <a:r>
              <a:rPr lang="en-NZ" dirty="0">
                <a:solidFill>
                  <a:schemeClr val="bg1"/>
                </a:solidFill>
              </a:rPr>
              <a:t>In terms of code</a:t>
            </a:r>
          </a:p>
          <a:p>
            <a:pPr lvl="1"/>
            <a:r>
              <a:rPr lang="en-NZ" dirty="0">
                <a:solidFill>
                  <a:schemeClr val="bg1"/>
                </a:solidFill>
              </a:rPr>
              <a:t>As for anything, some aspects require learning and adjusting, BUT…</a:t>
            </a:r>
          </a:p>
          <a:p>
            <a:pPr lvl="1"/>
            <a:r>
              <a:rPr lang="en-NZ" dirty="0">
                <a:solidFill>
                  <a:schemeClr val="bg1"/>
                </a:solidFill>
              </a:rPr>
              <a:t>The benefits in terms of interpretability and general practice outweigh the challenges </a:t>
            </a:r>
          </a:p>
        </p:txBody>
      </p:sp>
    </p:spTree>
    <p:extLst>
      <p:ext uri="{BB962C8B-B14F-4D97-AF65-F5344CB8AC3E}">
        <p14:creationId xmlns:p14="http://schemas.microsoft.com/office/powerpoint/2010/main" val="42269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D5B2F-6951-210D-5E0B-DB23AB747A24}"/>
              </a:ext>
            </a:extLst>
          </p:cNvPr>
          <p:cNvSpPr>
            <a:spLocks noGrp="1"/>
          </p:cNvSpPr>
          <p:nvPr>
            <p:ph type="title"/>
          </p:nvPr>
        </p:nvSpPr>
        <p:spPr/>
        <p:txBody>
          <a:bodyPr/>
          <a:lstStyle/>
          <a:p>
            <a:r>
              <a:rPr lang="en-NZ" dirty="0">
                <a:solidFill>
                  <a:schemeClr val="bg1"/>
                </a:solidFill>
              </a:rPr>
              <a:t>Going Bayesian</a:t>
            </a:r>
            <a:endParaRPr lang="en-NZ" dirty="0"/>
          </a:p>
        </p:txBody>
      </p:sp>
      <p:sp>
        <p:nvSpPr>
          <p:cNvPr id="3" name="Content Placeholder 2">
            <a:extLst>
              <a:ext uri="{FF2B5EF4-FFF2-40B4-BE49-F238E27FC236}">
                <a16:creationId xmlns:a16="http://schemas.microsoft.com/office/drawing/2014/main" id="{DF69CBF3-3E33-CDA4-26D2-BB56189ADAE7}"/>
              </a:ext>
            </a:extLst>
          </p:cNvPr>
          <p:cNvSpPr>
            <a:spLocks noGrp="1"/>
          </p:cNvSpPr>
          <p:nvPr>
            <p:ph idx="1"/>
          </p:nvPr>
        </p:nvSpPr>
        <p:spPr/>
        <p:txBody>
          <a:bodyPr/>
          <a:lstStyle/>
          <a:p>
            <a:r>
              <a:rPr lang="en-NZ" dirty="0">
                <a:solidFill>
                  <a:schemeClr val="bg1"/>
                </a:solidFill>
              </a:rPr>
              <a:t>Both Frequentist and Bayesian approaches use likelihoods</a:t>
            </a:r>
          </a:p>
          <a:p>
            <a:pPr lvl="1"/>
            <a:r>
              <a:rPr lang="en-NZ" dirty="0">
                <a:solidFill>
                  <a:schemeClr val="bg1"/>
                </a:solidFill>
              </a:rPr>
              <a:t>We’ll see the similarity through code</a:t>
            </a:r>
          </a:p>
        </p:txBody>
      </p:sp>
    </p:spTree>
    <p:extLst>
      <p:ext uri="{BB962C8B-B14F-4D97-AF65-F5344CB8AC3E}">
        <p14:creationId xmlns:p14="http://schemas.microsoft.com/office/powerpoint/2010/main" val="3954394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AC47-6DD5-F5E3-B6BC-9BFCE9AE1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92549-FCE2-5123-69FE-281428079FB9}"/>
              </a:ext>
            </a:extLst>
          </p:cNvPr>
          <p:cNvSpPr>
            <a:spLocks noGrp="1"/>
          </p:cNvSpPr>
          <p:nvPr>
            <p:ph type="title"/>
          </p:nvPr>
        </p:nvSpPr>
        <p:spPr/>
        <p:txBody>
          <a:bodyPr/>
          <a:lstStyle/>
          <a:p>
            <a:r>
              <a:rPr lang="en-NZ" dirty="0">
                <a:solidFill>
                  <a:schemeClr val="bg1"/>
                </a:solidFill>
              </a:rPr>
              <a:t>Going Bayesian</a:t>
            </a:r>
          </a:p>
        </p:txBody>
      </p:sp>
      <p:pic>
        <p:nvPicPr>
          <p:cNvPr id="7" name="Graphic 6">
            <a:extLst>
              <a:ext uri="{FF2B5EF4-FFF2-40B4-BE49-F238E27FC236}">
                <a16:creationId xmlns:a16="http://schemas.microsoft.com/office/drawing/2014/main" id="{7509445F-F863-3894-0963-78A47360BB6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688556" y="1457121"/>
            <a:ext cx="4814887" cy="5035754"/>
          </a:xfrm>
          <a:prstGeom prst="rect">
            <a:avLst/>
          </a:prstGeom>
        </p:spPr>
      </p:pic>
    </p:spTree>
    <p:extLst>
      <p:ext uri="{BB962C8B-B14F-4D97-AF65-F5344CB8AC3E}">
        <p14:creationId xmlns:p14="http://schemas.microsoft.com/office/powerpoint/2010/main" val="3309540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1b36e95-0d50-42e9-958f-b63fa906beaa}" enabled="0" method="" siteId="{d1b36e95-0d50-42e9-958f-b63fa906beaa}" removed="1"/>
</clbl:labelList>
</file>

<file path=docProps/app.xml><?xml version="1.0" encoding="utf-8"?>
<Properties xmlns="http://schemas.openxmlformats.org/officeDocument/2006/extended-properties" xmlns:vt="http://schemas.openxmlformats.org/officeDocument/2006/docPropsVTypes">
  <TotalTime>695</TotalTime>
  <Words>714</Words>
  <Application>Microsoft Office PowerPoint</Application>
  <PresentationFormat>Widescreen</PresentationFormat>
  <Paragraphs>103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Cambria Math</vt:lpstr>
      <vt:lpstr>Wingdings</vt:lpstr>
      <vt:lpstr>Office Theme</vt:lpstr>
      <vt:lpstr>From tests to models</vt:lpstr>
      <vt:lpstr>PowerPoint Presentation</vt:lpstr>
      <vt:lpstr>Objectives</vt:lpstr>
      <vt:lpstr>Approach</vt:lpstr>
      <vt:lpstr>PowerPoint Presentation</vt:lpstr>
      <vt:lpstr>How can we answer this question?</vt:lpstr>
      <vt:lpstr>How can we answer this question?</vt:lpstr>
      <vt:lpstr>Steps</vt:lpstr>
      <vt:lpstr>Why Variance</vt:lpstr>
      <vt:lpstr>Why Variance</vt:lpstr>
      <vt:lpstr>Why Variance</vt:lpstr>
      <vt:lpstr>F-value</vt:lpstr>
      <vt:lpstr>In case</vt:lpstr>
      <vt:lpstr>Hypothesis Testing</vt:lpstr>
      <vt:lpstr>Hypothesis Testing</vt:lpstr>
      <vt:lpstr>Hypothesis Testing</vt:lpstr>
      <vt:lpstr>Hypothesis Testing</vt:lpstr>
      <vt:lpstr>Hypothesis Testing</vt:lpstr>
      <vt:lpstr>Linear Model</vt:lpstr>
      <vt:lpstr>PowerPoint Presentation</vt:lpstr>
      <vt:lpstr>Going Bayesian</vt:lpstr>
      <vt:lpstr>Going Bayesian</vt:lpstr>
      <vt:lpstr>Going Bayesian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Scanzi</dc:creator>
  <cp:lastModifiedBy>Daniele Scanzi</cp:lastModifiedBy>
  <cp:revision>5</cp:revision>
  <dcterms:created xsi:type="dcterms:W3CDTF">2026-02-25T03:05:26Z</dcterms:created>
  <dcterms:modified xsi:type="dcterms:W3CDTF">2026-03-15T21:47:45Z</dcterms:modified>
</cp:coreProperties>
</file>