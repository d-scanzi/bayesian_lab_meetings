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6" r:id="rId10"/>
    <p:sldId id="265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8" r:id="rId22"/>
    <p:sldId id="277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F829D44-E762-45B9-A413-D10F6D699C23}" v="702" dt="2026-03-05T20:46:18.47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microsoft.com/office/2016/11/relationships/changesInfo" Target="changesInfos/changesInfo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iele Scanzi" userId="62728386-05dc-46e9-94a0-316b41281921" providerId="ADAL" clId="{8D6CE834-E1DA-4A40-9A07-D00F6680134A}"/>
    <pc:docChg chg="undo custSel addSld delSld modSld sldOrd">
      <pc:chgData name="Daniele Scanzi" userId="62728386-05dc-46e9-94a0-316b41281921" providerId="ADAL" clId="{8D6CE834-E1DA-4A40-9A07-D00F6680134A}" dt="2026-03-05T20:47:15.004" v="3804" actId="20577"/>
      <pc:docMkLst>
        <pc:docMk/>
      </pc:docMkLst>
      <pc:sldChg chg="addSp delSp modSp new mod">
        <pc:chgData name="Daniele Scanzi" userId="62728386-05dc-46e9-94a0-316b41281921" providerId="ADAL" clId="{8D6CE834-E1DA-4A40-9A07-D00F6680134A}" dt="2026-03-04T21:09:07.329" v="3651" actId="14826"/>
        <pc:sldMkLst>
          <pc:docMk/>
          <pc:sldMk cId="2489751440" sldId="259"/>
        </pc:sldMkLst>
        <pc:spChg chg="add mod">
          <ac:chgData name="Daniele Scanzi" userId="62728386-05dc-46e9-94a0-316b41281921" providerId="ADAL" clId="{8D6CE834-E1DA-4A40-9A07-D00F6680134A}" dt="2026-02-25T03:39:07.929" v="45" actId="114"/>
          <ac:spMkLst>
            <pc:docMk/>
            <pc:sldMk cId="2489751440" sldId="259"/>
            <ac:spMk id="9" creationId="{8C0F8C33-6998-2D97-761F-14A30D0154FA}"/>
          </ac:spMkLst>
        </pc:spChg>
        <pc:picChg chg="add mod">
          <ac:chgData name="Daniele Scanzi" userId="62728386-05dc-46e9-94a0-316b41281921" providerId="ADAL" clId="{8D6CE834-E1DA-4A40-9A07-D00F6680134A}" dt="2026-03-04T21:09:07.329" v="3651" actId="14826"/>
          <ac:picMkLst>
            <pc:docMk/>
            <pc:sldMk cId="2489751440" sldId="259"/>
            <ac:picMk id="7" creationId="{C32D3841-2910-A614-0C37-54A9726B8634}"/>
          </ac:picMkLst>
        </pc:picChg>
      </pc:sldChg>
      <pc:sldChg chg="addSp delSp modSp new mod">
        <pc:chgData name="Daniele Scanzi" userId="62728386-05dc-46e9-94a0-316b41281921" providerId="ADAL" clId="{8D6CE834-E1DA-4A40-9A07-D00F6680134A}" dt="2026-02-25T21:10:02.666" v="503" actId="572"/>
        <pc:sldMkLst>
          <pc:docMk/>
          <pc:sldMk cId="436364435" sldId="260"/>
        </pc:sldMkLst>
        <pc:spChg chg="mod">
          <ac:chgData name="Daniele Scanzi" userId="62728386-05dc-46e9-94a0-316b41281921" providerId="ADAL" clId="{8D6CE834-E1DA-4A40-9A07-D00F6680134A}" dt="2026-02-25T21:00:43.961" v="99" actId="20577"/>
          <ac:spMkLst>
            <pc:docMk/>
            <pc:sldMk cId="436364435" sldId="260"/>
            <ac:spMk id="2" creationId="{04BA29E7-5690-C569-DD8C-2B7D79D8185A}"/>
          </ac:spMkLst>
        </pc:spChg>
        <pc:graphicFrameChg chg="add mod modGraphic">
          <ac:chgData name="Daniele Scanzi" userId="62728386-05dc-46e9-94a0-316b41281921" providerId="ADAL" clId="{8D6CE834-E1DA-4A40-9A07-D00F6680134A}" dt="2026-02-25T21:10:02.666" v="503" actId="572"/>
          <ac:graphicFrameMkLst>
            <pc:docMk/>
            <pc:sldMk cId="436364435" sldId="260"/>
            <ac:graphicFrameMk id="5" creationId="{4AAFDBA2-833A-00C4-FA63-D149A856BDD5}"/>
          </ac:graphicFrameMkLst>
        </pc:graphicFrameChg>
      </pc:sldChg>
      <pc:sldChg chg="addSp modSp add mod">
        <pc:chgData name="Daniele Scanzi" userId="62728386-05dc-46e9-94a0-316b41281921" providerId="ADAL" clId="{8D6CE834-E1DA-4A40-9A07-D00F6680134A}" dt="2026-02-25T21:10:22.172" v="508" actId="572"/>
        <pc:sldMkLst>
          <pc:docMk/>
          <pc:sldMk cId="4294346649" sldId="261"/>
        </pc:sldMkLst>
        <pc:spChg chg="add mod">
          <ac:chgData name="Daniele Scanzi" userId="62728386-05dc-46e9-94a0-316b41281921" providerId="ADAL" clId="{8D6CE834-E1DA-4A40-9A07-D00F6680134A}" dt="2026-02-25T21:08:37.194" v="499" actId="1076"/>
          <ac:spMkLst>
            <pc:docMk/>
            <pc:sldMk cId="4294346649" sldId="261"/>
            <ac:spMk id="3" creationId="{8F257AA6-7BAF-40EA-0909-DB2FB5A3A2BF}"/>
          </ac:spMkLst>
        </pc:spChg>
        <pc:graphicFrameChg chg="mod modGraphic">
          <ac:chgData name="Daniele Scanzi" userId="62728386-05dc-46e9-94a0-316b41281921" providerId="ADAL" clId="{8D6CE834-E1DA-4A40-9A07-D00F6680134A}" dt="2026-02-25T21:10:22.172" v="508" actId="572"/>
          <ac:graphicFrameMkLst>
            <pc:docMk/>
            <pc:sldMk cId="4294346649" sldId="261"/>
            <ac:graphicFrameMk id="5" creationId="{DDE958A6-9D4B-A284-46E8-4B382C90A7A1}"/>
          </ac:graphicFrameMkLst>
        </pc:graphicFrameChg>
      </pc:sldChg>
      <pc:sldChg chg="addSp modSp new mod">
        <pc:chgData name="Daniele Scanzi" userId="62728386-05dc-46e9-94a0-316b41281921" providerId="ADAL" clId="{8D6CE834-E1DA-4A40-9A07-D00F6680134A}" dt="2026-03-03T19:44:37.648" v="843" actId="20577"/>
        <pc:sldMkLst>
          <pc:docMk/>
          <pc:sldMk cId="2094872040" sldId="262"/>
        </pc:sldMkLst>
        <pc:spChg chg="mod">
          <ac:chgData name="Daniele Scanzi" userId="62728386-05dc-46e9-94a0-316b41281921" providerId="ADAL" clId="{8D6CE834-E1DA-4A40-9A07-D00F6680134A}" dt="2026-02-26T00:17:39.866" v="515" actId="207"/>
          <ac:spMkLst>
            <pc:docMk/>
            <pc:sldMk cId="2094872040" sldId="262"/>
            <ac:spMk id="2" creationId="{7B7903FE-023F-1812-ACCC-0D23E6E65C34}"/>
          </ac:spMkLst>
        </pc:spChg>
        <pc:spChg chg="mod">
          <ac:chgData name="Daniele Scanzi" userId="62728386-05dc-46e9-94a0-316b41281921" providerId="ADAL" clId="{8D6CE834-E1DA-4A40-9A07-D00F6680134A}" dt="2026-02-26T00:18:44.553" v="738" actId="20577"/>
          <ac:spMkLst>
            <pc:docMk/>
            <pc:sldMk cId="2094872040" sldId="262"/>
            <ac:spMk id="3" creationId="{B7E30212-CD64-C6F1-9296-8A0C592205D4}"/>
          </ac:spMkLst>
        </pc:spChg>
        <pc:spChg chg="add mod">
          <ac:chgData name="Daniele Scanzi" userId="62728386-05dc-46e9-94a0-316b41281921" providerId="ADAL" clId="{8D6CE834-E1DA-4A40-9A07-D00F6680134A}" dt="2026-03-03T19:44:37.648" v="843" actId="20577"/>
          <ac:spMkLst>
            <pc:docMk/>
            <pc:sldMk cId="2094872040" sldId="262"/>
            <ac:spMk id="5" creationId="{26AB3340-6550-8DA3-CC36-1534A09800CE}"/>
          </ac:spMkLst>
        </pc:spChg>
      </pc:sldChg>
      <pc:sldChg chg="addSp delSp modSp add mod">
        <pc:chgData name="Daniele Scanzi" userId="62728386-05dc-46e9-94a0-316b41281921" providerId="ADAL" clId="{8D6CE834-E1DA-4A40-9A07-D00F6680134A}" dt="2026-03-03T19:57:06.364" v="996" actId="478"/>
        <pc:sldMkLst>
          <pc:docMk/>
          <pc:sldMk cId="3019620244" sldId="264"/>
        </pc:sldMkLst>
        <pc:spChg chg="mod">
          <ac:chgData name="Daniele Scanzi" userId="62728386-05dc-46e9-94a0-316b41281921" providerId="ADAL" clId="{8D6CE834-E1DA-4A40-9A07-D00F6680134A}" dt="2026-03-03T19:56:56.975" v="993" actId="1035"/>
          <ac:spMkLst>
            <pc:docMk/>
            <pc:sldMk cId="3019620244" sldId="264"/>
            <ac:spMk id="5" creationId="{D44CAF6E-00AA-3D86-FFF1-0F5DB99486A1}"/>
          </ac:spMkLst>
        </pc:spChg>
      </pc:sldChg>
      <pc:sldChg chg="addSp delSp modSp add mod">
        <pc:chgData name="Daniele Scanzi" userId="62728386-05dc-46e9-94a0-316b41281921" providerId="ADAL" clId="{8D6CE834-E1DA-4A40-9A07-D00F6680134A}" dt="2026-03-03T20:06:01.193" v="1454" actId="404"/>
        <pc:sldMkLst>
          <pc:docMk/>
          <pc:sldMk cId="2828639715" sldId="265"/>
        </pc:sldMkLst>
        <pc:spChg chg="add mod">
          <ac:chgData name="Daniele Scanzi" userId="62728386-05dc-46e9-94a0-316b41281921" providerId="ADAL" clId="{8D6CE834-E1DA-4A40-9A07-D00F6680134A}" dt="2026-03-03T20:06:01.193" v="1454" actId="404"/>
          <ac:spMkLst>
            <pc:docMk/>
            <pc:sldMk cId="2828639715" sldId="265"/>
            <ac:spMk id="11" creationId="{425CC705-0E40-ADA2-BB47-8AF8092A4C8B}"/>
          </ac:spMkLst>
        </pc:spChg>
        <pc:picChg chg="mod topLvl">
          <ac:chgData name="Daniele Scanzi" userId="62728386-05dc-46e9-94a0-316b41281921" providerId="ADAL" clId="{8D6CE834-E1DA-4A40-9A07-D00F6680134A}" dt="2026-03-03T20:03:37.086" v="1330" actId="14826"/>
          <ac:picMkLst>
            <pc:docMk/>
            <pc:sldMk cId="2828639715" sldId="265"/>
            <ac:picMk id="4" creationId="{F55255BC-CFD6-8200-3DF5-DB0C9D6AFCAF}"/>
          </ac:picMkLst>
        </pc:picChg>
        <pc:cxnChg chg="add mod">
          <ac:chgData name="Daniele Scanzi" userId="62728386-05dc-46e9-94a0-316b41281921" providerId="ADAL" clId="{8D6CE834-E1DA-4A40-9A07-D00F6680134A}" dt="2026-03-03T20:04:18.994" v="1341" actId="14100"/>
          <ac:cxnSpMkLst>
            <pc:docMk/>
            <pc:sldMk cId="2828639715" sldId="265"/>
            <ac:cxnSpMk id="15" creationId="{450DC2CE-84F6-B6C9-F9F7-3FC66C11A695}"/>
          </ac:cxnSpMkLst>
        </pc:cxnChg>
        <pc:cxnChg chg="add mod">
          <ac:chgData name="Daniele Scanzi" userId="62728386-05dc-46e9-94a0-316b41281921" providerId="ADAL" clId="{8D6CE834-E1DA-4A40-9A07-D00F6680134A}" dt="2026-03-03T20:04:12.460" v="1339" actId="14100"/>
          <ac:cxnSpMkLst>
            <pc:docMk/>
            <pc:sldMk cId="2828639715" sldId="265"/>
            <ac:cxnSpMk id="17" creationId="{29CED814-8347-CE78-3561-72C74AA22B2D}"/>
          </ac:cxnSpMkLst>
        </pc:cxnChg>
        <pc:cxnChg chg="add mod">
          <ac:chgData name="Daniele Scanzi" userId="62728386-05dc-46e9-94a0-316b41281921" providerId="ADAL" clId="{8D6CE834-E1DA-4A40-9A07-D00F6680134A}" dt="2026-03-03T20:04:39.798" v="1346" actId="208"/>
          <ac:cxnSpMkLst>
            <pc:docMk/>
            <pc:sldMk cId="2828639715" sldId="265"/>
            <ac:cxnSpMk id="22" creationId="{C271E910-5096-7A84-C797-47CD32FB6F03}"/>
          </ac:cxnSpMkLst>
        </pc:cxnChg>
      </pc:sldChg>
      <pc:sldChg chg="addSp delSp modSp add mod ord">
        <pc:chgData name="Daniele Scanzi" userId="62728386-05dc-46e9-94a0-316b41281921" providerId="ADAL" clId="{8D6CE834-E1DA-4A40-9A07-D00F6680134A}" dt="2026-03-03T20:03:21.521" v="1325" actId="165"/>
        <pc:sldMkLst>
          <pc:docMk/>
          <pc:sldMk cId="568599909" sldId="266"/>
        </pc:sldMkLst>
        <pc:spChg chg="mod">
          <ac:chgData name="Daniele Scanzi" userId="62728386-05dc-46e9-94a0-316b41281921" providerId="ADAL" clId="{8D6CE834-E1DA-4A40-9A07-D00F6680134A}" dt="2026-03-03T20:01:45.301" v="1313" actId="20577"/>
          <ac:spMkLst>
            <pc:docMk/>
            <pc:sldMk cId="568599909" sldId="266"/>
            <ac:spMk id="11" creationId="{42FD80DD-1212-D670-2F62-0D87C16BE73E}"/>
          </ac:spMkLst>
        </pc:spChg>
        <pc:grpChg chg="add del mod">
          <ac:chgData name="Daniele Scanzi" userId="62728386-05dc-46e9-94a0-316b41281921" providerId="ADAL" clId="{8D6CE834-E1DA-4A40-9A07-D00F6680134A}" dt="2026-03-03T20:03:21.521" v="1325" actId="165"/>
          <ac:grpSpMkLst>
            <pc:docMk/>
            <pc:sldMk cId="568599909" sldId="266"/>
            <ac:grpSpMk id="12" creationId="{ACC654DF-98CF-34CB-EA79-2E27D5707229}"/>
          </ac:grpSpMkLst>
        </pc:grpChg>
        <pc:picChg chg="mod topLvl">
          <ac:chgData name="Daniele Scanzi" userId="62728386-05dc-46e9-94a0-316b41281921" providerId="ADAL" clId="{8D6CE834-E1DA-4A40-9A07-D00F6680134A}" dt="2026-03-03T20:03:21.521" v="1325" actId="165"/>
          <ac:picMkLst>
            <pc:docMk/>
            <pc:sldMk cId="568599909" sldId="266"/>
            <ac:picMk id="4" creationId="{692AEC61-D23D-98B8-811B-0832EF86EE04}"/>
          </ac:picMkLst>
        </pc:picChg>
        <pc:cxnChg chg="add del mod topLvl">
          <ac:chgData name="Daniele Scanzi" userId="62728386-05dc-46e9-94a0-316b41281921" providerId="ADAL" clId="{8D6CE834-E1DA-4A40-9A07-D00F6680134A}" dt="2026-03-03T20:03:21.521" v="1325" actId="165"/>
          <ac:cxnSpMkLst>
            <pc:docMk/>
            <pc:sldMk cId="568599909" sldId="266"/>
            <ac:cxnSpMk id="6" creationId="{87A999BF-D377-4EE1-2654-D350F3578FD5}"/>
          </ac:cxnSpMkLst>
        </pc:cxnChg>
        <pc:cxnChg chg="add del mod topLvl">
          <ac:chgData name="Daniele Scanzi" userId="62728386-05dc-46e9-94a0-316b41281921" providerId="ADAL" clId="{8D6CE834-E1DA-4A40-9A07-D00F6680134A}" dt="2026-03-03T20:03:21.521" v="1325" actId="165"/>
          <ac:cxnSpMkLst>
            <pc:docMk/>
            <pc:sldMk cId="568599909" sldId="266"/>
            <ac:cxnSpMk id="7" creationId="{D78FE40F-181C-6C02-0FA8-DF933F103BB6}"/>
          </ac:cxnSpMkLst>
        </pc:cxnChg>
        <pc:cxnChg chg="add del mod topLvl">
          <ac:chgData name="Daniele Scanzi" userId="62728386-05dc-46e9-94a0-316b41281921" providerId="ADAL" clId="{8D6CE834-E1DA-4A40-9A07-D00F6680134A}" dt="2026-03-03T20:03:21.521" v="1325" actId="165"/>
          <ac:cxnSpMkLst>
            <pc:docMk/>
            <pc:sldMk cId="568599909" sldId="266"/>
            <ac:cxnSpMk id="8" creationId="{2BEE77A4-3597-7562-266C-2DDB4A6BF93D}"/>
          </ac:cxnSpMkLst>
        </pc:cxnChg>
      </pc:sldChg>
      <pc:sldChg chg="addSp delSp modSp new mod">
        <pc:chgData name="Daniele Scanzi" userId="62728386-05dc-46e9-94a0-316b41281921" providerId="ADAL" clId="{8D6CE834-E1DA-4A40-9A07-D00F6680134A}" dt="2026-03-03T21:29:54.154" v="1772" actId="1076"/>
        <pc:sldMkLst>
          <pc:docMk/>
          <pc:sldMk cId="575350003" sldId="267"/>
        </pc:sldMkLst>
        <pc:spChg chg="mod">
          <ac:chgData name="Daniele Scanzi" userId="62728386-05dc-46e9-94a0-316b41281921" providerId="ADAL" clId="{8D6CE834-E1DA-4A40-9A07-D00F6680134A}" dt="2026-03-03T21:19:22.378" v="1467" actId="20577"/>
          <ac:spMkLst>
            <pc:docMk/>
            <pc:sldMk cId="575350003" sldId="267"/>
            <ac:spMk id="2" creationId="{B7039363-8474-7B0D-81D4-E82ED5CA4E38}"/>
          </ac:spMkLst>
        </pc:spChg>
        <pc:spChg chg="add mod">
          <ac:chgData name="Daniele Scanzi" userId="62728386-05dc-46e9-94a0-316b41281921" providerId="ADAL" clId="{8D6CE834-E1DA-4A40-9A07-D00F6680134A}" dt="2026-03-03T21:29:02.773" v="1748" actId="20577"/>
          <ac:spMkLst>
            <pc:docMk/>
            <pc:sldMk cId="575350003" sldId="267"/>
            <ac:spMk id="5" creationId="{CF4189B4-FA9E-BE42-5614-18E4CD66E4F0}"/>
          </ac:spMkLst>
        </pc:spChg>
        <pc:spChg chg="add mod">
          <ac:chgData name="Daniele Scanzi" userId="62728386-05dc-46e9-94a0-316b41281921" providerId="ADAL" clId="{8D6CE834-E1DA-4A40-9A07-D00F6680134A}" dt="2026-03-03T21:29:54.154" v="1772" actId="1076"/>
          <ac:spMkLst>
            <pc:docMk/>
            <pc:sldMk cId="575350003" sldId="267"/>
            <ac:spMk id="6" creationId="{82C587CA-4811-CA5F-E0A6-044BEDAD0D8D}"/>
          </ac:spMkLst>
        </pc:spChg>
      </pc:sldChg>
      <pc:sldChg chg="addSp delSp modSp new mod">
        <pc:chgData name="Daniele Scanzi" userId="62728386-05dc-46e9-94a0-316b41281921" providerId="ADAL" clId="{8D6CE834-E1DA-4A40-9A07-D00F6680134A}" dt="2026-03-03T21:42:01.662" v="1944" actId="1076"/>
        <pc:sldMkLst>
          <pc:docMk/>
          <pc:sldMk cId="1564361035" sldId="268"/>
        </pc:sldMkLst>
        <pc:spChg chg="mod">
          <ac:chgData name="Daniele Scanzi" userId="62728386-05dc-46e9-94a0-316b41281921" providerId="ADAL" clId="{8D6CE834-E1DA-4A40-9A07-D00F6680134A}" dt="2026-03-03T21:34:56.326" v="1782" actId="207"/>
          <ac:spMkLst>
            <pc:docMk/>
            <pc:sldMk cId="1564361035" sldId="268"/>
            <ac:spMk id="2" creationId="{87D16144-4BD0-2F51-4D31-2FA86CDC74F1}"/>
          </ac:spMkLst>
        </pc:spChg>
        <pc:spChg chg="add mod">
          <ac:chgData name="Daniele Scanzi" userId="62728386-05dc-46e9-94a0-316b41281921" providerId="ADAL" clId="{8D6CE834-E1DA-4A40-9A07-D00F6680134A}" dt="2026-03-03T21:39:14.910" v="1891" actId="1076"/>
          <ac:spMkLst>
            <pc:docMk/>
            <pc:sldMk cId="1564361035" sldId="268"/>
            <ac:spMk id="4" creationId="{140027BF-5949-6677-40AE-BA0D6196C271}"/>
          </ac:spMkLst>
        </pc:spChg>
        <pc:spChg chg="add mod">
          <ac:chgData name="Daniele Scanzi" userId="62728386-05dc-46e9-94a0-316b41281921" providerId="ADAL" clId="{8D6CE834-E1DA-4A40-9A07-D00F6680134A}" dt="2026-03-03T21:42:01.662" v="1944" actId="1076"/>
          <ac:spMkLst>
            <pc:docMk/>
            <pc:sldMk cId="1564361035" sldId="268"/>
            <ac:spMk id="5" creationId="{E0A97E62-BFE5-FB4C-CE35-2F5679D93F0E}"/>
          </ac:spMkLst>
        </pc:spChg>
      </pc:sldChg>
      <pc:sldChg chg="modSp new mod">
        <pc:chgData name="Daniele Scanzi" userId="62728386-05dc-46e9-94a0-316b41281921" providerId="ADAL" clId="{8D6CE834-E1DA-4A40-9A07-D00F6680134A}" dt="2026-03-03T21:52:12.576" v="2006" actId="12"/>
        <pc:sldMkLst>
          <pc:docMk/>
          <pc:sldMk cId="1937624572" sldId="269"/>
        </pc:sldMkLst>
        <pc:spChg chg="mod">
          <ac:chgData name="Daniele Scanzi" userId="62728386-05dc-46e9-94a0-316b41281921" providerId="ADAL" clId="{8D6CE834-E1DA-4A40-9A07-D00F6680134A}" dt="2026-03-03T21:51:24.460" v="1966" actId="207"/>
          <ac:spMkLst>
            <pc:docMk/>
            <pc:sldMk cId="1937624572" sldId="269"/>
            <ac:spMk id="2" creationId="{213ED406-CCE6-CB53-9013-BE20C0DB0640}"/>
          </ac:spMkLst>
        </pc:spChg>
        <pc:spChg chg="mod">
          <ac:chgData name="Daniele Scanzi" userId="62728386-05dc-46e9-94a0-316b41281921" providerId="ADAL" clId="{8D6CE834-E1DA-4A40-9A07-D00F6680134A}" dt="2026-03-03T21:52:12.576" v="2006" actId="12"/>
          <ac:spMkLst>
            <pc:docMk/>
            <pc:sldMk cId="1937624572" sldId="269"/>
            <ac:spMk id="3" creationId="{06D1407B-2126-0EC6-F01B-49B79F099333}"/>
          </ac:spMkLst>
        </pc:spChg>
      </pc:sldChg>
      <pc:sldChg chg="modSp add mod">
        <pc:chgData name="Daniele Scanzi" userId="62728386-05dc-46e9-94a0-316b41281921" providerId="ADAL" clId="{8D6CE834-E1DA-4A40-9A07-D00F6680134A}" dt="2026-03-03T21:57:19.563" v="2416" actId="255"/>
        <pc:sldMkLst>
          <pc:docMk/>
          <pc:sldMk cId="4112525722" sldId="270"/>
        </pc:sldMkLst>
        <pc:spChg chg="mod">
          <ac:chgData name="Daniele Scanzi" userId="62728386-05dc-46e9-94a0-316b41281921" providerId="ADAL" clId="{8D6CE834-E1DA-4A40-9A07-D00F6680134A}" dt="2026-03-03T21:57:19.563" v="2416" actId="255"/>
          <ac:spMkLst>
            <pc:docMk/>
            <pc:sldMk cId="4112525722" sldId="270"/>
            <ac:spMk id="3" creationId="{081F2F08-6F69-3760-1A3B-660740CC3D57}"/>
          </ac:spMkLst>
        </pc:spChg>
      </pc:sldChg>
      <pc:sldChg chg="modSp add mod">
        <pc:chgData name="Daniele Scanzi" userId="62728386-05dc-46e9-94a0-316b41281921" providerId="ADAL" clId="{8D6CE834-E1DA-4A40-9A07-D00F6680134A}" dt="2026-03-03T21:57:13.112" v="2415" actId="255"/>
        <pc:sldMkLst>
          <pc:docMk/>
          <pc:sldMk cId="3631209475" sldId="271"/>
        </pc:sldMkLst>
        <pc:spChg chg="mod">
          <ac:chgData name="Daniele Scanzi" userId="62728386-05dc-46e9-94a0-316b41281921" providerId="ADAL" clId="{8D6CE834-E1DA-4A40-9A07-D00F6680134A}" dt="2026-03-03T21:57:13.112" v="2415" actId="255"/>
          <ac:spMkLst>
            <pc:docMk/>
            <pc:sldMk cId="3631209475" sldId="271"/>
            <ac:spMk id="3" creationId="{D337466D-E6B7-F7D2-74E4-1D123D2C6066}"/>
          </ac:spMkLst>
        </pc:spChg>
      </pc:sldChg>
      <pc:sldChg chg="addSp modSp add mod">
        <pc:chgData name="Daniele Scanzi" userId="62728386-05dc-46e9-94a0-316b41281921" providerId="ADAL" clId="{8D6CE834-E1DA-4A40-9A07-D00F6680134A}" dt="2026-03-03T22:22:20.491" v="2508" actId="20577"/>
        <pc:sldMkLst>
          <pc:docMk/>
          <pc:sldMk cId="1908260065" sldId="272"/>
        </pc:sldMkLst>
        <pc:spChg chg="add mod">
          <ac:chgData name="Daniele Scanzi" userId="62728386-05dc-46e9-94a0-316b41281921" providerId="ADAL" clId="{8D6CE834-E1DA-4A40-9A07-D00F6680134A}" dt="2026-03-03T22:22:20.491" v="2508" actId="20577"/>
          <ac:spMkLst>
            <pc:docMk/>
            <pc:sldMk cId="1908260065" sldId="272"/>
            <ac:spMk id="4" creationId="{18193E1B-AD98-7624-C4FC-276883BCC187}"/>
          </ac:spMkLst>
        </pc:spChg>
        <pc:spChg chg="add mod">
          <ac:chgData name="Daniele Scanzi" userId="62728386-05dc-46e9-94a0-316b41281921" providerId="ADAL" clId="{8D6CE834-E1DA-4A40-9A07-D00F6680134A}" dt="2026-03-03T22:21:56.608" v="2500" actId="122"/>
          <ac:spMkLst>
            <pc:docMk/>
            <pc:sldMk cId="1908260065" sldId="272"/>
            <ac:spMk id="5" creationId="{7F380B59-B59E-4810-CAB0-B3A9BDA2A34C}"/>
          </ac:spMkLst>
        </pc:spChg>
      </pc:sldChg>
      <pc:sldChg chg="addSp delSp modSp add mod">
        <pc:chgData name="Daniele Scanzi" userId="62728386-05dc-46e9-94a0-316b41281921" providerId="ADAL" clId="{8D6CE834-E1DA-4A40-9A07-D00F6680134A}" dt="2026-03-03T22:24:08.190" v="2541" actId="164"/>
        <pc:sldMkLst>
          <pc:docMk/>
          <pc:sldMk cId="1058671503" sldId="273"/>
        </pc:sldMkLst>
        <pc:spChg chg="mod">
          <ac:chgData name="Daniele Scanzi" userId="62728386-05dc-46e9-94a0-316b41281921" providerId="ADAL" clId="{8D6CE834-E1DA-4A40-9A07-D00F6680134A}" dt="2026-03-03T22:24:08.190" v="2541" actId="164"/>
          <ac:spMkLst>
            <pc:docMk/>
            <pc:sldMk cId="1058671503" sldId="273"/>
            <ac:spMk id="4" creationId="{DA153983-EFEA-79A1-105F-7B80284457A8}"/>
          </ac:spMkLst>
        </pc:spChg>
        <pc:spChg chg="mod">
          <ac:chgData name="Daniele Scanzi" userId="62728386-05dc-46e9-94a0-316b41281921" providerId="ADAL" clId="{8D6CE834-E1DA-4A40-9A07-D00F6680134A}" dt="2026-03-03T22:24:08.190" v="2541" actId="164"/>
          <ac:spMkLst>
            <pc:docMk/>
            <pc:sldMk cId="1058671503" sldId="273"/>
            <ac:spMk id="5" creationId="{2683BDFA-7FF8-169E-A707-1B620BF857DF}"/>
          </ac:spMkLst>
        </pc:spChg>
        <pc:spChg chg="add mod">
          <ac:chgData name="Daniele Scanzi" userId="62728386-05dc-46e9-94a0-316b41281921" providerId="ADAL" clId="{8D6CE834-E1DA-4A40-9A07-D00F6680134A}" dt="2026-03-03T22:24:08.190" v="2541" actId="164"/>
          <ac:spMkLst>
            <pc:docMk/>
            <pc:sldMk cId="1058671503" sldId="273"/>
            <ac:spMk id="6" creationId="{EA92B8F1-28F7-2335-89E0-310C9143C864}"/>
          </ac:spMkLst>
        </pc:spChg>
        <pc:spChg chg="add mod">
          <ac:chgData name="Daniele Scanzi" userId="62728386-05dc-46e9-94a0-316b41281921" providerId="ADAL" clId="{8D6CE834-E1DA-4A40-9A07-D00F6680134A}" dt="2026-03-03T22:24:08.190" v="2541" actId="164"/>
          <ac:spMkLst>
            <pc:docMk/>
            <pc:sldMk cId="1058671503" sldId="273"/>
            <ac:spMk id="9" creationId="{AE7A986E-1AF4-0D90-C25E-38780A057AE3}"/>
          </ac:spMkLst>
        </pc:spChg>
      </pc:sldChg>
      <pc:sldChg chg="addSp modSp new mod">
        <pc:chgData name="Daniele Scanzi" userId="62728386-05dc-46e9-94a0-316b41281921" providerId="ADAL" clId="{8D6CE834-E1DA-4A40-9A07-D00F6680134A}" dt="2026-03-03T22:59:17.888" v="2908" actId="14100"/>
        <pc:sldMkLst>
          <pc:docMk/>
          <pc:sldMk cId="1258521576" sldId="274"/>
        </pc:sldMkLst>
        <pc:spChg chg="mod">
          <ac:chgData name="Daniele Scanzi" userId="62728386-05dc-46e9-94a0-316b41281921" providerId="ADAL" clId="{8D6CE834-E1DA-4A40-9A07-D00F6680134A}" dt="2026-03-03T22:52:12.482" v="2556" actId="20577"/>
          <ac:spMkLst>
            <pc:docMk/>
            <pc:sldMk cId="1258521576" sldId="274"/>
            <ac:spMk id="2" creationId="{1F04BDA6-061A-AE51-C3A5-F3CFD2C8AC6C}"/>
          </ac:spMkLst>
        </pc:spChg>
        <pc:spChg chg="mod">
          <ac:chgData name="Daniele Scanzi" userId="62728386-05dc-46e9-94a0-316b41281921" providerId="ADAL" clId="{8D6CE834-E1DA-4A40-9A07-D00F6680134A}" dt="2026-03-03T22:55:33.312" v="2731" actId="114"/>
          <ac:spMkLst>
            <pc:docMk/>
            <pc:sldMk cId="1258521576" sldId="274"/>
            <ac:spMk id="3" creationId="{D94AFABA-AB40-52AE-4454-2050F8920C62}"/>
          </ac:spMkLst>
        </pc:spChg>
        <pc:spChg chg="add mod">
          <ac:chgData name="Daniele Scanzi" userId="62728386-05dc-46e9-94a0-316b41281921" providerId="ADAL" clId="{8D6CE834-E1DA-4A40-9A07-D00F6680134A}" dt="2026-03-03T22:56:31.625" v="2743" actId="1076"/>
          <ac:spMkLst>
            <pc:docMk/>
            <pc:sldMk cId="1258521576" sldId="274"/>
            <ac:spMk id="4" creationId="{0865A1EA-E1EA-0FA3-7AC2-DED1C1157A3D}"/>
          </ac:spMkLst>
        </pc:spChg>
        <pc:spChg chg="add mod">
          <ac:chgData name="Daniele Scanzi" userId="62728386-05dc-46e9-94a0-316b41281921" providerId="ADAL" clId="{8D6CE834-E1DA-4A40-9A07-D00F6680134A}" dt="2026-03-03T22:57:43.772" v="2789" actId="20577"/>
          <ac:spMkLst>
            <pc:docMk/>
            <pc:sldMk cId="1258521576" sldId="274"/>
            <ac:spMk id="5" creationId="{08A2872F-CD0B-DB18-5FBE-B40CE1D69B03}"/>
          </ac:spMkLst>
        </pc:spChg>
        <pc:spChg chg="add mod">
          <ac:chgData name="Daniele Scanzi" userId="62728386-05dc-46e9-94a0-316b41281921" providerId="ADAL" clId="{8D6CE834-E1DA-4A40-9A07-D00F6680134A}" dt="2026-03-03T22:59:17.888" v="2908" actId="14100"/>
          <ac:spMkLst>
            <pc:docMk/>
            <pc:sldMk cId="1258521576" sldId="274"/>
            <ac:spMk id="6" creationId="{C8910F5A-3A47-D10A-9512-113EC79A2397}"/>
          </ac:spMkLst>
        </pc:spChg>
      </pc:sldChg>
      <pc:sldChg chg="addSp delSp modSp add mod ord">
        <pc:chgData name="Daniele Scanzi" userId="62728386-05dc-46e9-94a0-316b41281921" providerId="ADAL" clId="{8D6CE834-E1DA-4A40-9A07-D00F6680134A}" dt="2026-03-04T21:17:37.908" v="3659" actId="1076"/>
        <pc:sldMkLst>
          <pc:docMk/>
          <pc:sldMk cId="2692038466" sldId="275"/>
        </pc:sldMkLst>
        <pc:spChg chg="del">
          <ac:chgData name="Daniele Scanzi" userId="62728386-05dc-46e9-94a0-316b41281921" providerId="ADAL" clId="{8D6CE834-E1DA-4A40-9A07-D00F6680134A}" dt="2026-03-04T01:10:49.803" v="2924" actId="478"/>
          <ac:spMkLst>
            <pc:docMk/>
            <pc:sldMk cId="2692038466" sldId="275"/>
            <ac:spMk id="9" creationId="{CD0482B6-0A09-60BF-C3A2-CF08C5ACF46F}"/>
          </ac:spMkLst>
        </pc:spChg>
        <pc:spChg chg="add del">
          <ac:chgData name="Daniele Scanzi" userId="62728386-05dc-46e9-94a0-316b41281921" providerId="ADAL" clId="{8D6CE834-E1DA-4A40-9A07-D00F6680134A}" dt="2026-03-04T01:10:23.124" v="2920" actId="478"/>
          <ac:spMkLst>
            <pc:docMk/>
            <pc:sldMk cId="2692038466" sldId="275"/>
            <ac:spMk id="10" creationId="{DE68B3B2-32CA-D274-9912-E532631390D5}"/>
          </ac:spMkLst>
        </pc:spChg>
        <pc:spChg chg="add mod">
          <ac:chgData name="Daniele Scanzi" userId="62728386-05dc-46e9-94a0-316b41281921" providerId="ADAL" clId="{8D6CE834-E1DA-4A40-9A07-D00F6680134A}" dt="2026-03-04T21:17:35.376" v="3658" actId="14100"/>
          <ac:spMkLst>
            <pc:docMk/>
            <pc:sldMk cId="2692038466" sldId="275"/>
            <ac:spMk id="11" creationId="{FF2A8795-0FE6-6379-D7B2-80B8C27E99DA}"/>
          </ac:spMkLst>
        </pc:spChg>
        <pc:spChg chg="add mod">
          <ac:chgData name="Daniele Scanzi" userId="62728386-05dc-46e9-94a0-316b41281921" providerId="ADAL" clId="{8D6CE834-E1DA-4A40-9A07-D00F6680134A}" dt="2026-03-04T21:17:37.908" v="3659" actId="1076"/>
          <ac:spMkLst>
            <pc:docMk/>
            <pc:sldMk cId="2692038466" sldId="275"/>
            <ac:spMk id="12" creationId="{1B88FFC3-FFE0-2081-0567-7A92D535C68A}"/>
          </ac:spMkLst>
        </pc:spChg>
        <pc:spChg chg="add mod">
          <ac:chgData name="Daniele Scanzi" userId="62728386-05dc-46e9-94a0-316b41281921" providerId="ADAL" clId="{8D6CE834-E1DA-4A40-9A07-D00F6680134A}" dt="2026-03-04T21:17:27.116" v="3656" actId="1076"/>
          <ac:spMkLst>
            <pc:docMk/>
            <pc:sldMk cId="2692038466" sldId="275"/>
            <ac:spMk id="13" creationId="{46F4C097-3639-87C9-8B2E-F32B708D1F7D}"/>
          </ac:spMkLst>
        </pc:spChg>
        <pc:picChg chg="mod">
          <ac:chgData name="Daniele Scanzi" userId="62728386-05dc-46e9-94a0-316b41281921" providerId="ADAL" clId="{8D6CE834-E1DA-4A40-9A07-D00F6680134A}" dt="2026-03-04T21:17:14.197" v="3652" actId="14826"/>
          <ac:picMkLst>
            <pc:docMk/>
            <pc:sldMk cId="2692038466" sldId="275"/>
            <ac:picMk id="7" creationId="{68BD3B40-DFD9-0DE3-8B27-F2FADAD27591}"/>
          </ac:picMkLst>
        </pc:picChg>
        <pc:cxnChg chg="add mod">
          <ac:chgData name="Daniele Scanzi" userId="62728386-05dc-46e9-94a0-316b41281921" providerId="ADAL" clId="{8D6CE834-E1DA-4A40-9A07-D00F6680134A}" dt="2026-03-04T21:17:23.301" v="3655" actId="14100"/>
          <ac:cxnSpMkLst>
            <pc:docMk/>
            <pc:sldMk cId="2692038466" sldId="275"/>
            <ac:cxnSpMk id="3" creationId="{1CF6A611-17DF-2BA7-B449-D04B9F9F056F}"/>
          </ac:cxnSpMkLst>
        </pc:cxnChg>
      </pc:sldChg>
      <pc:sldChg chg="modSp new mod">
        <pc:chgData name="Daniele Scanzi" userId="62728386-05dc-46e9-94a0-316b41281921" providerId="ADAL" clId="{8D6CE834-E1DA-4A40-9A07-D00F6680134A}" dt="2026-03-04T20:55:24.874" v="3639" actId="14100"/>
        <pc:sldMkLst>
          <pc:docMk/>
          <pc:sldMk cId="42269332" sldId="276"/>
        </pc:sldMkLst>
        <pc:spChg chg="mod">
          <ac:chgData name="Daniele Scanzi" userId="62728386-05dc-46e9-94a0-316b41281921" providerId="ADAL" clId="{8D6CE834-E1DA-4A40-9A07-D00F6680134A}" dt="2026-03-04T20:35:30.443" v="3075" actId="20577"/>
          <ac:spMkLst>
            <pc:docMk/>
            <pc:sldMk cId="42269332" sldId="276"/>
            <ac:spMk id="2" creationId="{B242B412-30A4-C33B-B4ED-FB55074C24B2}"/>
          </ac:spMkLst>
        </pc:spChg>
        <pc:spChg chg="mod">
          <ac:chgData name="Daniele Scanzi" userId="62728386-05dc-46e9-94a0-316b41281921" providerId="ADAL" clId="{8D6CE834-E1DA-4A40-9A07-D00F6680134A}" dt="2026-03-04T20:55:24.874" v="3639" actId="14100"/>
          <ac:spMkLst>
            <pc:docMk/>
            <pc:sldMk cId="42269332" sldId="276"/>
            <ac:spMk id="3" creationId="{5B4E1142-E08F-5C6C-6C9D-B9ADE1E6E06B}"/>
          </ac:spMkLst>
        </pc:spChg>
      </pc:sldChg>
      <pc:sldChg chg="addSp modSp new del">
        <pc:chgData name="Daniele Scanzi" userId="62728386-05dc-46e9-94a0-316b41281921" providerId="ADAL" clId="{8D6CE834-E1DA-4A40-9A07-D00F6680134A}" dt="2026-03-04T20:55:38.841" v="3643" actId="47"/>
        <pc:sldMkLst>
          <pc:docMk/>
          <pc:sldMk cId="2981509638" sldId="277"/>
        </pc:sldMkLst>
        <pc:spChg chg="add mod">
          <ac:chgData name="Daniele Scanzi" userId="62728386-05dc-46e9-94a0-316b41281921" providerId="ADAL" clId="{8D6CE834-E1DA-4A40-9A07-D00F6680134A}" dt="2026-03-04T20:55:35.556" v="3642"/>
          <ac:spMkLst>
            <pc:docMk/>
            <pc:sldMk cId="2981509638" sldId="277"/>
            <ac:spMk id="4" creationId="{8A69D1A8-56BA-E0A7-A44F-6696D5CD0725}"/>
          </ac:spMkLst>
        </pc:spChg>
      </pc:sldChg>
      <pc:sldChg chg="addSp delSp modSp add mod">
        <pc:chgData name="Daniele Scanzi" userId="62728386-05dc-46e9-94a0-316b41281921" providerId="ADAL" clId="{8D6CE834-E1DA-4A40-9A07-D00F6680134A}" dt="2026-03-04T21:17:46.680" v="3660" actId="14826"/>
        <pc:sldMkLst>
          <pc:docMk/>
          <pc:sldMk cId="3309540731" sldId="277"/>
        </pc:sldMkLst>
        <pc:spChg chg="del">
          <ac:chgData name="Daniele Scanzi" userId="62728386-05dc-46e9-94a0-316b41281921" providerId="ADAL" clId="{8D6CE834-E1DA-4A40-9A07-D00F6680134A}" dt="2026-03-04T20:55:43.452" v="3645" actId="478"/>
          <ac:spMkLst>
            <pc:docMk/>
            <pc:sldMk cId="3309540731" sldId="277"/>
            <ac:spMk id="3" creationId="{DBFECCDF-4F6A-921A-B06D-F6973977DF9F}"/>
          </ac:spMkLst>
        </pc:spChg>
        <pc:spChg chg="add del mod">
          <ac:chgData name="Daniele Scanzi" userId="62728386-05dc-46e9-94a0-316b41281921" providerId="ADAL" clId="{8D6CE834-E1DA-4A40-9A07-D00F6680134A}" dt="2026-03-04T20:55:45.919" v="3646" actId="478"/>
          <ac:spMkLst>
            <pc:docMk/>
            <pc:sldMk cId="3309540731" sldId="277"/>
            <ac:spMk id="5" creationId="{AE9488B0-6033-7D9A-C4A9-31DAAF70DDEE}"/>
          </ac:spMkLst>
        </pc:spChg>
        <pc:picChg chg="add mod">
          <ac:chgData name="Daniele Scanzi" userId="62728386-05dc-46e9-94a0-316b41281921" providerId="ADAL" clId="{8D6CE834-E1DA-4A40-9A07-D00F6680134A}" dt="2026-03-04T21:17:46.680" v="3660" actId="14826"/>
          <ac:picMkLst>
            <pc:docMk/>
            <pc:sldMk cId="3309540731" sldId="277"/>
            <ac:picMk id="7" creationId="{7509445F-F863-3894-0963-78A47360BB60}"/>
          </ac:picMkLst>
        </pc:picChg>
      </pc:sldChg>
      <pc:sldChg chg="modSp new mod">
        <pc:chgData name="Daniele Scanzi" userId="62728386-05dc-46e9-94a0-316b41281921" providerId="ADAL" clId="{8D6CE834-E1DA-4A40-9A07-D00F6680134A}" dt="2026-03-05T20:47:15.004" v="3804" actId="20577"/>
        <pc:sldMkLst>
          <pc:docMk/>
          <pc:sldMk cId="3954394209" sldId="278"/>
        </pc:sldMkLst>
        <pc:spChg chg="mod">
          <ac:chgData name="Daniele Scanzi" userId="62728386-05dc-46e9-94a0-316b41281921" providerId="ADAL" clId="{8D6CE834-E1DA-4A40-9A07-D00F6680134A}" dt="2026-03-05T20:46:18.470" v="3662"/>
          <ac:spMkLst>
            <pc:docMk/>
            <pc:sldMk cId="3954394209" sldId="278"/>
            <ac:spMk id="2" creationId="{4CCD5B2F-6951-210D-5E0B-DB23AB747A24}"/>
          </ac:spMkLst>
        </pc:spChg>
        <pc:spChg chg="mod">
          <ac:chgData name="Daniele Scanzi" userId="62728386-05dc-46e9-94a0-316b41281921" providerId="ADAL" clId="{8D6CE834-E1DA-4A40-9A07-D00F6680134A}" dt="2026-03-05T20:47:15.004" v="3804" actId="20577"/>
          <ac:spMkLst>
            <pc:docMk/>
            <pc:sldMk cId="3954394209" sldId="278"/>
            <ac:spMk id="3" creationId="{DF69CBF3-3E33-CDA4-26D2-BB56189ADAE7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C4064E-63E0-217E-5C3D-496616527D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ACAD247-2B06-B22D-E0F0-895C133C81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7E845E-C132-0A73-FF51-38EC197753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E51CD-FA5F-4881-9B4A-09B6BA8C5811}" type="datetimeFigureOut">
              <a:rPr lang="en-NZ" smtClean="0"/>
              <a:t>6/03/2026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CB12C0-A1BF-42F5-5814-287A0F9C1D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935C6E7-41DD-30D9-F550-A442540742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8596B-6877-4D40-8261-2A448FB8D1CD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4816854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FD563D-C142-0974-A315-4B4DB4BA3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0C184A-6314-EACF-E63E-93E3F914A6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C8811-60CA-4A0B-78BA-DD20FCD572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E51CD-FA5F-4881-9B4A-09B6BA8C5811}" type="datetimeFigureOut">
              <a:rPr lang="en-NZ" smtClean="0"/>
              <a:t>6/03/2026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43EB3F-8EF0-1A51-F853-7EB94DA4C7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D4AF92-F800-6248-C35F-E948F94211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8596B-6877-4D40-8261-2A448FB8D1CD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790561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1F697A-9E0E-3FCE-4F3C-58A449A14A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732092-5895-DB01-0844-67051D36FF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1A31C03-7569-2DB2-55AC-EF8697FB8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E51CD-FA5F-4881-9B4A-09B6BA8C5811}" type="datetimeFigureOut">
              <a:rPr lang="en-NZ" smtClean="0"/>
              <a:t>6/03/2026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FDF95-CB2B-8A3C-CFEA-FF68F966AF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C6BC8-6F7A-50F4-D8DB-CB829773E3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8596B-6877-4D40-8261-2A448FB8D1CD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25564355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40A94-DDD0-22BE-5943-22BD57C3B5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B1C47A-CFC7-D288-A759-BAAF320BAB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20064D7-4405-DF53-05D4-DAC47BE2EF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1462DFA-B140-60C6-04DE-6936882ACC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E51CD-FA5F-4881-9B4A-09B6BA8C5811}" type="datetimeFigureOut">
              <a:rPr lang="en-NZ" smtClean="0"/>
              <a:t>6/03/2026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A2589AA-0FF7-E93E-24C4-09C992841E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11272B-EC93-C166-43E9-49E4CE6363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8596B-6877-4D40-8261-2A448FB8D1CD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2849710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85552B-F9ED-3521-D0E9-AEB42F1B17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35F534F-073F-0C41-6279-1D889C59DC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1EBDB2-3887-C00A-BCB8-C19F28742D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D575458-DFC6-D4EE-130D-3349A986A1C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D3D211-484B-66A1-249B-DEEB108C06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52FB2FC-4731-9A4B-3454-0D2AB71005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E51CD-FA5F-4881-9B4A-09B6BA8C5811}" type="datetimeFigureOut">
              <a:rPr lang="en-NZ" smtClean="0"/>
              <a:t>6/03/2026</a:t>
            </a:fld>
            <a:endParaRPr lang="en-NZ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F96A8D6-E3FC-DD08-39A0-E24856FC83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16BB087-6449-AFCA-5D61-431FCEA3A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8596B-6877-4D40-8261-2A448FB8D1CD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4534294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4B5558-88B0-3986-0807-D52D8C0ABC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6D8D90-3FA5-928E-124F-3528E73F94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E51CD-FA5F-4881-9B4A-09B6BA8C5811}" type="datetimeFigureOut">
              <a:rPr lang="en-NZ" smtClean="0"/>
              <a:t>6/03/2026</a:t>
            </a:fld>
            <a:endParaRPr lang="en-NZ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EB5DBA-A9FA-7F0A-6B85-7ED7522BDB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FC4A6EA-4FDA-9607-8D57-71EC5CA0C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8596B-6877-4D40-8261-2A448FB8D1CD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5567619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B278F65-4E6B-2D86-CF3C-782D6EE5CA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E51CD-FA5F-4881-9B4A-09B6BA8C5811}" type="datetimeFigureOut">
              <a:rPr lang="en-NZ" smtClean="0"/>
              <a:t>6/03/2026</a:t>
            </a:fld>
            <a:endParaRPr lang="en-NZ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8E9B55A-8B35-4E43-429D-43104942EE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56C4A2-D1FC-E5CA-5C59-2D72120F38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8596B-6877-4D40-8261-2A448FB8D1CD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5879187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8D72C-206C-5AB9-C830-17C76C47B0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398ED5-1070-809F-77D7-36E55E9D92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A31A92C-7A53-E1D3-F212-26113C373C2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14CC0A3-975E-2507-7516-20ADFEAD7E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E51CD-FA5F-4881-9B4A-09B6BA8C5811}" type="datetimeFigureOut">
              <a:rPr lang="en-NZ" smtClean="0"/>
              <a:t>6/03/2026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6282077-39B9-354D-8EC6-B20BD07B3E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E54E198-6D7C-D42C-52E7-1F7C4101E9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8596B-6877-4D40-8261-2A448FB8D1CD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882683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8B2FA-89ED-8AAB-A286-E5F552BE8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1DB43FE-67AA-72F7-A30A-87120C76B1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NZ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95BFBB3-3037-8CEE-12BB-971341D207B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3F4934C-986E-FE00-05AE-AE97C3B2A7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E51CD-FA5F-4881-9B4A-09B6BA8C5811}" type="datetimeFigureOut">
              <a:rPr lang="en-NZ" smtClean="0"/>
              <a:t>6/03/2026</a:t>
            </a:fld>
            <a:endParaRPr lang="en-NZ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970779-5971-0175-F8A8-BD164B0E67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B5CB5BF-A675-C9F9-B909-27E3FFC5B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8596B-6877-4D40-8261-2A448FB8D1CD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1721289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6744E2-5F69-E7BD-CE98-5BB5EC7DCA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D2B9B3-F7EF-50D3-B198-F7063C60131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37D0E5-8DF3-359F-67CC-A71D7AF545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E51CD-FA5F-4881-9B4A-09B6BA8C5811}" type="datetimeFigureOut">
              <a:rPr lang="en-NZ" smtClean="0"/>
              <a:t>6/03/2026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E4D1D0-1022-730B-AE7A-DF59D28BCD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DAA1AA-0719-81CE-E439-1D67754D9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8596B-6877-4D40-8261-2A448FB8D1CD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1016017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039F62C-5DE0-AB15-F9C3-75FB8709A6E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768830-A678-DF46-CE22-E1E8B6B11E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3B73C8E-6631-0098-D9C3-F655A17FFB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EE51CD-FA5F-4881-9B4A-09B6BA8C5811}" type="datetimeFigureOut">
              <a:rPr lang="en-NZ" smtClean="0"/>
              <a:t>6/03/2026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98DBA0-B6D0-E8AB-C4A9-17913588DA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0D24EA-F3B0-99E3-37FF-1DBC9997B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6C8596B-6877-4D40-8261-2A448FB8D1CD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40448317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27DE686-B187-8536-B7D9-F3C6F0C942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NZ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D16269-3CA6-9642-6EC4-30FEE34452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NZ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092436-B34B-F0D8-8A5E-E1D98F51B5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EE51CD-FA5F-4881-9B4A-09B6BA8C5811}" type="datetimeFigureOut">
              <a:rPr lang="en-NZ" smtClean="0"/>
              <a:t>6/03/2026</a:t>
            </a:fld>
            <a:endParaRPr lang="en-NZ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95C90A-E6C1-9EBD-D723-4C9F8EE45F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NZ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408E5B-A752-FDFC-E34F-122691FDDB8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6C8596B-6877-4D40-8261-2A448FB8D1CD}" type="slidenum">
              <a:rPr lang="en-NZ" smtClean="0"/>
              <a:t>‹#›</a:t>
            </a:fld>
            <a:endParaRPr lang="en-NZ"/>
          </a:p>
        </p:txBody>
      </p:sp>
    </p:spTree>
    <p:extLst>
      <p:ext uri="{BB962C8B-B14F-4D97-AF65-F5344CB8AC3E}">
        <p14:creationId xmlns:p14="http://schemas.microsoft.com/office/powerpoint/2010/main" val="34271353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sv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7F0CE5-CDB3-B1E7-1732-99AA24D2C66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From tests to models</a:t>
            </a:r>
          </a:p>
        </p:txBody>
      </p:sp>
    </p:spTree>
    <p:extLst>
      <p:ext uri="{BB962C8B-B14F-4D97-AF65-F5344CB8AC3E}">
        <p14:creationId xmlns:p14="http://schemas.microsoft.com/office/powerpoint/2010/main" val="17064953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B8DEF-0B26-CC6F-E7E8-D964FCA830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039AF6-074E-B25E-B64F-552EFDBCBC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Demystifying data modelling</a:t>
            </a:r>
          </a:p>
          <a:p>
            <a:r>
              <a:rPr lang="en-NZ" dirty="0">
                <a:solidFill>
                  <a:schemeClr val="bg1"/>
                </a:solidFill>
              </a:rPr>
              <a:t>Showing that modelling is more understandable than tests</a:t>
            </a:r>
          </a:p>
          <a:p>
            <a:r>
              <a:rPr lang="en-NZ" dirty="0">
                <a:solidFill>
                  <a:schemeClr val="bg1"/>
                </a:solidFill>
              </a:rPr>
              <a:t>Showing that we often model without knowing it</a:t>
            </a:r>
          </a:p>
          <a:p>
            <a:r>
              <a:rPr lang="en-NZ" dirty="0">
                <a:solidFill>
                  <a:schemeClr val="bg1"/>
                </a:solidFill>
              </a:rPr>
              <a:t>Moving to Bayesian models</a:t>
            </a:r>
          </a:p>
        </p:txBody>
      </p:sp>
    </p:spTree>
    <p:extLst>
      <p:ext uri="{BB962C8B-B14F-4D97-AF65-F5344CB8AC3E}">
        <p14:creationId xmlns:p14="http://schemas.microsoft.com/office/powerpoint/2010/main" val="17256112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12ED3-4A2E-7E75-2428-2ED3EB5C8E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Approach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8E45E9-ECDE-C6B4-A514-5228B3229F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67967"/>
          </a:xfrm>
        </p:spPr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Unpacking a simple ANOVA</a:t>
            </a:r>
          </a:p>
          <a:p>
            <a:r>
              <a:rPr lang="en-NZ" dirty="0">
                <a:solidFill>
                  <a:schemeClr val="bg1"/>
                </a:solidFill>
              </a:rPr>
              <a:t>Showing that ANOVA is a linear model* in disguise</a:t>
            </a:r>
          </a:p>
          <a:p>
            <a:r>
              <a:rPr lang="en-NZ" dirty="0">
                <a:solidFill>
                  <a:schemeClr val="bg1"/>
                </a:solidFill>
              </a:rPr>
              <a:t>Running a first Bayesian model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C22869D-ADB2-6BDD-068A-1082FFBB6BDA}"/>
              </a:ext>
            </a:extLst>
          </p:cNvPr>
          <p:cNvSpPr txBox="1"/>
          <p:nvPr/>
        </p:nvSpPr>
        <p:spPr>
          <a:xfrm>
            <a:off x="838200" y="6308209"/>
            <a:ext cx="5257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* Technically is a method applied to a linear model</a:t>
            </a:r>
          </a:p>
        </p:txBody>
      </p:sp>
    </p:spTree>
    <p:extLst>
      <p:ext uri="{BB962C8B-B14F-4D97-AF65-F5344CB8AC3E}">
        <p14:creationId xmlns:p14="http://schemas.microsoft.com/office/powerpoint/2010/main" val="15575659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C32D3841-2910-A614-0C37-54A9726B86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31606" y="537798"/>
            <a:ext cx="5528787" cy="5782402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C0F8C33-6998-2D97-761F-14A30D0154FA}"/>
              </a:ext>
            </a:extLst>
          </p:cNvPr>
          <p:cNvSpPr txBox="1"/>
          <p:nvPr/>
        </p:nvSpPr>
        <p:spPr>
          <a:xfrm>
            <a:off x="9656064" y="3105833"/>
            <a:ext cx="193852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b="1" i="1" dirty="0">
                <a:solidFill>
                  <a:schemeClr val="bg1"/>
                </a:solidFill>
              </a:rPr>
              <a:t>Are the means different?</a:t>
            </a:r>
          </a:p>
        </p:txBody>
      </p:sp>
    </p:spTree>
    <p:extLst>
      <p:ext uri="{BB962C8B-B14F-4D97-AF65-F5344CB8AC3E}">
        <p14:creationId xmlns:p14="http://schemas.microsoft.com/office/powerpoint/2010/main" val="248975144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BA29E7-5690-C569-DD8C-2B7D79D818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How can we answer this question?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4AAFDBA2-833A-00C4-FA63-D149A856BDD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8538546"/>
              </p:ext>
            </p:extLst>
          </p:nvPr>
        </p:nvGraphicFramePr>
        <p:xfrm>
          <a:off x="3998468" y="2872740"/>
          <a:ext cx="4195064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35328">
                  <a:extLst>
                    <a:ext uri="{9D8B030D-6E8A-4147-A177-3AD203B41FA5}">
                      <a16:colId xmlns:a16="http://schemas.microsoft.com/office/drawing/2014/main" val="4177353714"/>
                    </a:ext>
                  </a:extLst>
                </a:gridCol>
                <a:gridCol w="2459736">
                  <a:extLst>
                    <a:ext uri="{9D8B030D-6E8A-4147-A177-3AD203B41FA5}">
                      <a16:colId xmlns:a16="http://schemas.microsoft.com/office/drawing/2014/main" val="2185584769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l"/>
                      <a:r>
                        <a:rPr lang="en-NZ" b="1" dirty="0">
                          <a:solidFill>
                            <a:srgbClr val="7030A0"/>
                          </a:solidFill>
                        </a:rPr>
                        <a:t>Frequentist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NZ" dirty="0">
                          <a:solidFill>
                            <a:schemeClr val="bg1"/>
                          </a:solidFill>
                        </a:rPr>
                        <a:t>ANOVA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18267059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NZ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Z" dirty="0">
                          <a:solidFill>
                            <a:schemeClr val="bg1"/>
                          </a:solidFill>
                        </a:rPr>
                        <a:t>Linear Moel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5578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NZ" b="1" dirty="0">
                          <a:solidFill>
                            <a:srgbClr val="00B050"/>
                          </a:solidFill>
                        </a:rPr>
                        <a:t>Bayesian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NZ" dirty="0">
                          <a:solidFill>
                            <a:schemeClr val="bg1"/>
                          </a:solidFill>
                        </a:rPr>
                        <a:t>General Linear Model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73946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63644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E695C-D823-0E52-AE18-A0C7E9E347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364CA8-4586-0E61-B772-42D56A4B2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How can we answer this question?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DE958A6-9D4B-A284-46E8-4B382C90A7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4637852"/>
              </p:ext>
            </p:extLst>
          </p:nvPr>
        </p:nvGraphicFramePr>
        <p:xfrm>
          <a:off x="3998468" y="2921000"/>
          <a:ext cx="4195064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35328">
                  <a:extLst>
                    <a:ext uri="{9D8B030D-6E8A-4147-A177-3AD203B41FA5}">
                      <a16:colId xmlns:a16="http://schemas.microsoft.com/office/drawing/2014/main" val="4177353714"/>
                    </a:ext>
                  </a:extLst>
                </a:gridCol>
                <a:gridCol w="2459736">
                  <a:extLst>
                    <a:ext uri="{9D8B030D-6E8A-4147-A177-3AD203B41FA5}">
                      <a16:colId xmlns:a16="http://schemas.microsoft.com/office/drawing/2014/main" val="2185584769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l"/>
                      <a:r>
                        <a:rPr lang="en-NZ" b="1" dirty="0">
                          <a:solidFill>
                            <a:srgbClr val="7030A0"/>
                          </a:solidFill>
                        </a:rPr>
                        <a:t>Frequentist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NZ" dirty="0">
                          <a:solidFill>
                            <a:schemeClr val="bg1"/>
                          </a:solidFill>
                        </a:rPr>
                        <a:t>ANOVA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18267059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endParaRPr lang="en-NZ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NZ" dirty="0">
                          <a:solidFill>
                            <a:schemeClr val="bg1"/>
                          </a:solidFill>
                        </a:rPr>
                        <a:t>Linear Moel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725578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NZ" b="1" dirty="0">
                          <a:solidFill>
                            <a:srgbClr val="00B050"/>
                          </a:solidFill>
                        </a:rPr>
                        <a:t>Bayesian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NZ" dirty="0">
                          <a:solidFill>
                            <a:schemeClr val="bg1"/>
                          </a:solidFill>
                        </a:rPr>
                        <a:t>General Linear Model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47394658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8F257AA6-7BAF-40EA-0909-DB2FB5A3A2BF}"/>
              </a:ext>
            </a:extLst>
          </p:cNvPr>
          <p:cNvSpPr txBox="1"/>
          <p:nvPr/>
        </p:nvSpPr>
        <p:spPr>
          <a:xfrm>
            <a:off x="838200" y="4782312"/>
            <a:ext cx="9765792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Argument: </a:t>
            </a:r>
          </a:p>
          <a:p>
            <a:pPr marL="342900" indent="-342900">
              <a:buFont typeface="+mj-lt"/>
              <a:buAutoNum type="alphaLcParenR"/>
            </a:pPr>
            <a:r>
              <a:rPr lang="en-NZ" dirty="0">
                <a:solidFill>
                  <a:schemeClr val="bg1"/>
                </a:solidFill>
              </a:rPr>
              <a:t>ANOVA and Linear Model are equivalent</a:t>
            </a:r>
          </a:p>
          <a:p>
            <a:pPr marL="342900" indent="-342900">
              <a:buFont typeface="+mj-lt"/>
              <a:buAutoNum type="alphaLcParenR"/>
            </a:pPr>
            <a:r>
              <a:rPr lang="en-NZ" dirty="0">
                <a:solidFill>
                  <a:schemeClr val="bg1"/>
                </a:solidFill>
              </a:rPr>
              <a:t>Linear models are more flexible than standard tests</a:t>
            </a:r>
          </a:p>
          <a:p>
            <a:pPr marL="342900" indent="-342900">
              <a:buFont typeface="+mj-lt"/>
              <a:buAutoNum type="alphaLcParenR"/>
            </a:pPr>
            <a:r>
              <a:rPr lang="en-NZ" dirty="0">
                <a:solidFill>
                  <a:schemeClr val="bg1"/>
                </a:solidFill>
              </a:rPr>
              <a:t>Bayesian models offer more information than frequentists linear models</a:t>
            </a:r>
          </a:p>
          <a:p>
            <a:pPr marL="342900" indent="-342900">
              <a:buFont typeface="+mj-lt"/>
              <a:buAutoNum type="alphaLcParenR"/>
            </a:pPr>
            <a:r>
              <a:rPr lang="en-NZ" dirty="0">
                <a:solidFill>
                  <a:schemeClr val="bg1"/>
                </a:solidFill>
              </a:rPr>
              <a:t>Then: we should opt for Bayesian models</a:t>
            </a:r>
          </a:p>
        </p:txBody>
      </p:sp>
    </p:spTree>
    <p:extLst>
      <p:ext uri="{BB962C8B-B14F-4D97-AF65-F5344CB8AC3E}">
        <p14:creationId xmlns:p14="http://schemas.microsoft.com/office/powerpoint/2010/main" val="42943466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903FE-023F-1812-ACCC-0D23E6E65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Steps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E30212-CD64-C6F1-9296-8A0C592205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NZ" dirty="0">
                <a:solidFill>
                  <a:schemeClr val="bg1"/>
                </a:solidFill>
              </a:rPr>
              <a:t>Load data</a:t>
            </a:r>
          </a:p>
          <a:p>
            <a:pPr marL="514350" indent="-514350">
              <a:buFont typeface="+mj-lt"/>
              <a:buAutoNum type="arabicPeriod"/>
            </a:pPr>
            <a:r>
              <a:rPr lang="en-NZ" dirty="0">
                <a:solidFill>
                  <a:schemeClr val="bg1"/>
                </a:solidFill>
              </a:rPr>
              <a:t>Compute participants’ and conditions’ averages</a:t>
            </a:r>
          </a:p>
          <a:p>
            <a:pPr marL="514350" indent="-514350">
              <a:buFont typeface="+mj-lt"/>
              <a:buAutoNum type="arabicPeriod"/>
            </a:pPr>
            <a:r>
              <a:rPr lang="en-NZ" dirty="0">
                <a:solidFill>
                  <a:schemeClr val="bg1"/>
                </a:solidFill>
              </a:rPr>
              <a:t>Compute Variance Metrics</a:t>
            </a:r>
          </a:p>
          <a:p>
            <a:pPr marL="514350" indent="-514350">
              <a:buFont typeface="+mj-lt"/>
              <a:buAutoNum type="arabicPeriod"/>
            </a:pPr>
            <a:r>
              <a:rPr lang="en-NZ" dirty="0">
                <a:solidFill>
                  <a:schemeClr val="bg1"/>
                </a:solidFill>
              </a:rPr>
              <a:t>Get F-statistics</a:t>
            </a:r>
          </a:p>
          <a:p>
            <a:pPr marL="514350" indent="-514350">
              <a:buFont typeface="+mj-lt"/>
              <a:buAutoNum type="arabicPeriod"/>
            </a:pPr>
            <a:r>
              <a:rPr lang="en-NZ" dirty="0">
                <a:solidFill>
                  <a:schemeClr val="bg1"/>
                </a:solidFill>
              </a:rPr>
              <a:t>Working on p-value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AB3340-6550-8DA3-CC36-1534A09800CE}"/>
              </a:ext>
            </a:extLst>
          </p:cNvPr>
          <p:cNvSpPr txBox="1"/>
          <p:nvPr/>
        </p:nvSpPr>
        <p:spPr>
          <a:xfrm>
            <a:off x="0" y="5246870"/>
            <a:ext cx="1219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NZ" dirty="0">
                <a:solidFill>
                  <a:schemeClr val="bg1"/>
                </a:solidFill>
              </a:rPr>
              <a:t>NOTE: The code needs to be adjusted (do not rush through)</a:t>
            </a:r>
          </a:p>
        </p:txBody>
      </p:sp>
    </p:spTree>
    <p:extLst>
      <p:ext uri="{BB962C8B-B14F-4D97-AF65-F5344CB8AC3E}">
        <p14:creationId xmlns:p14="http://schemas.microsoft.com/office/powerpoint/2010/main" val="20948720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0E91EE-51B6-7538-0DDE-327D8479A8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4D1511-96F6-4460-AA6C-902F81624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Why Variance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44CAF6E-00AA-3D86-FFF1-0F5DB99486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0800"/>
            <a:ext cx="10515600" cy="624967"/>
          </a:xfrm>
        </p:spPr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Why do we use analysis of variance to test a difference in means?</a:t>
            </a:r>
          </a:p>
        </p:txBody>
      </p:sp>
    </p:spTree>
    <p:extLst>
      <p:ext uri="{BB962C8B-B14F-4D97-AF65-F5344CB8AC3E}">
        <p14:creationId xmlns:p14="http://schemas.microsoft.com/office/powerpoint/2010/main" val="30196202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621E9-6DF9-DACC-F97E-AF4379D1F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A8B86-9439-166D-BACE-1A398662A1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Why Variance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ECC9EB3-2713-F476-71D8-6CAC591B3F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0800"/>
            <a:ext cx="10515600" cy="624967"/>
          </a:xfrm>
        </p:spPr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Why do we use analysis of variance to test a difference in means?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CC654DF-98CF-34CB-EA79-2E27D5707229}"/>
              </a:ext>
            </a:extLst>
          </p:cNvPr>
          <p:cNvGrpSpPr/>
          <p:nvPr/>
        </p:nvGrpSpPr>
        <p:grpSpPr>
          <a:xfrm>
            <a:off x="1282001" y="1945767"/>
            <a:ext cx="4635373" cy="4848004"/>
            <a:chOff x="3778313" y="1945767"/>
            <a:chExt cx="4635373" cy="4848004"/>
          </a:xfrm>
        </p:grpSpPr>
        <p:pic>
          <p:nvPicPr>
            <p:cNvPr id="4" name="Graphic 3">
              <a:extLst>
                <a:ext uri="{FF2B5EF4-FFF2-40B4-BE49-F238E27FC236}">
                  <a16:creationId xmlns:a16="http://schemas.microsoft.com/office/drawing/2014/main" id="{692AEC61-D23D-98B8-811B-0832EF86EE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778313" y="1945767"/>
              <a:ext cx="4635373" cy="4848004"/>
            </a:xfrm>
            <a:prstGeom prst="rect">
              <a:avLst/>
            </a:prstGeom>
          </p:spPr>
        </p:pic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87A999BF-D377-4EE1-2654-D350F3578FD5}"/>
                </a:ext>
              </a:extLst>
            </p:cNvPr>
            <p:cNvCxnSpPr/>
            <p:nvPr/>
          </p:nvCxnSpPr>
          <p:spPr>
            <a:xfrm>
              <a:off x="5219700" y="4448175"/>
              <a:ext cx="685800" cy="0"/>
            </a:xfrm>
            <a:prstGeom prst="straightConnector1">
              <a:avLst/>
            </a:prstGeom>
            <a:ln w="38100">
              <a:solidFill>
                <a:schemeClr val="accent4">
                  <a:lumMod val="7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D78FE40F-181C-6C02-0FA8-DF933F103BB6}"/>
                </a:ext>
              </a:extLst>
            </p:cNvPr>
            <p:cNvCxnSpPr/>
            <p:nvPr/>
          </p:nvCxnSpPr>
          <p:spPr>
            <a:xfrm>
              <a:off x="6496812" y="4448175"/>
              <a:ext cx="685800" cy="0"/>
            </a:xfrm>
            <a:prstGeom prst="straightConnector1">
              <a:avLst/>
            </a:prstGeom>
            <a:ln w="38100">
              <a:solidFill>
                <a:srgbClr val="0070C0"/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2BEE77A4-3597-7562-266C-2DDB4A6BF93D}"/>
                </a:ext>
              </a:extLst>
            </p:cNvPr>
            <p:cNvCxnSpPr>
              <a:cxnSpLocks/>
            </p:cNvCxnSpPr>
            <p:nvPr/>
          </p:nvCxnSpPr>
          <p:spPr>
            <a:xfrm>
              <a:off x="5562600" y="2159127"/>
              <a:ext cx="1277112" cy="0"/>
            </a:xfrm>
            <a:prstGeom prst="straightConnector1">
              <a:avLst/>
            </a:prstGeom>
            <a:ln w="38100">
              <a:solidFill>
                <a:schemeClr val="accent2">
                  <a:lumMod val="75000"/>
                </a:schemeClr>
              </a:solidFill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42FD80DD-1212-D670-2F62-0D87C16BE73E}"/>
              </a:ext>
            </a:extLst>
          </p:cNvPr>
          <p:cNvSpPr txBox="1"/>
          <p:nvPr/>
        </p:nvSpPr>
        <p:spPr>
          <a:xfrm>
            <a:off x="6274627" y="1945767"/>
            <a:ext cx="552297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If </a:t>
            </a:r>
            <a:r>
              <a:rPr lang="en-NZ" dirty="0">
                <a:solidFill>
                  <a:schemeClr val="accent2">
                    <a:lumMod val="75000"/>
                  </a:schemeClr>
                </a:solidFill>
              </a:rPr>
              <a:t>variance between groups </a:t>
            </a:r>
            <a:r>
              <a:rPr lang="en-NZ" dirty="0">
                <a:solidFill>
                  <a:schemeClr val="bg1"/>
                </a:solidFill>
              </a:rPr>
              <a:t>is higher than </a:t>
            </a:r>
            <a:r>
              <a:rPr lang="en-NZ" dirty="0">
                <a:solidFill>
                  <a:srgbClr val="0070C0"/>
                </a:solidFill>
              </a:rPr>
              <a:t>variance within groups</a:t>
            </a:r>
            <a:r>
              <a:rPr lang="en-NZ" dirty="0">
                <a:solidFill>
                  <a:schemeClr val="bg1"/>
                </a:solidFill>
              </a:rPr>
              <a:t>, then the observations are likely drawn from two different distributions</a:t>
            </a:r>
          </a:p>
        </p:txBody>
      </p:sp>
    </p:spTree>
    <p:extLst>
      <p:ext uri="{BB962C8B-B14F-4D97-AF65-F5344CB8AC3E}">
        <p14:creationId xmlns:p14="http://schemas.microsoft.com/office/powerpoint/2010/main" val="56859990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25E60-BB87-704D-7DC8-3B6BC659C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AFABC2-7A31-032C-402F-B79F8BFBD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Why Variance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9C11B107-A9F3-D684-F8E0-B65A7EB529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20800"/>
            <a:ext cx="10515600" cy="624967"/>
          </a:xfrm>
        </p:spPr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Why do we use analysis of variance to test a difference in means?</a:t>
            </a:r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F55255BC-CFD6-8200-3DF5-DB0C9D6AFCA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282001" y="1945767"/>
            <a:ext cx="4635372" cy="484800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425CC705-0E40-ADA2-BB47-8AF8092A4C8B}"/>
              </a:ext>
            </a:extLst>
          </p:cNvPr>
          <p:cNvSpPr txBox="1"/>
          <p:nvPr/>
        </p:nvSpPr>
        <p:spPr>
          <a:xfrm>
            <a:off x="6274627" y="1945767"/>
            <a:ext cx="5522973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Otherwise, it’s </a:t>
            </a:r>
            <a:r>
              <a:rPr lang="en-NZ" b="1" u="sng" dirty="0">
                <a:solidFill>
                  <a:schemeClr val="bg1"/>
                </a:solidFill>
              </a:rPr>
              <a:t>hard to tell</a:t>
            </a:r>
          </a:p>
          <a:p>
            <a:endParaRPr lang="en-NZ" b="1" u="sng" dirty="0">
              <a:solidFill>
                <a:schemeClr val="bg1"/>
              </a:solidFill>
            </a:endParaRPr>
          </a:p>
          <a:p>
            <a:r>
              <a:rPr lang="en-NZ" sz="1400" dirty="0">
                <a:solidFill>
                  <a:schemeClr val="bg1"/>
                </a:solidFill>
              </a:rPr>
              <a:t>NOTE: This has implications for interpreting a null result!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450DC2CE-84F6-B6C9-F9F7-3FC66C11A695}"/>
              </a:ext>
            </a:extLst>
          </p:cNvPr>
          <p:cNvCxnSpPr>
            <a:cxnSpLocks/>
          </p:cNvCxnSpPr>
          <p:nvPr/>
        </p:nvCxnSpPr>
        <p:spPr>
          <a:xfrm>
            <a:off x="2798064" y="5266944"/>
            <a:ext cx="1837944" cy="0"/>
          </a:xfrm>
          <a:prstGeom prst="straightConnector1">
            <a:avLst/>
          </a:prstGeom>
          <a:ln w="38100">
            <a:solidFill>
              <a:srgbClr val="0070C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29CED814-8347-CE78-3561-72C74AA22B2D}"/>
              </a:ext>
            </a:extLst>
          </p:cNvPr>
          <p:cNvCxnSpPr>
            <a:cxnSpLocks/>
          </p:cNvCxnSpPr>
          <p:nvPr/>
        </p:nvCxnSpPr>
        <p:spPr>
          <a:xfrm>
            <a:off x="3828288" y="4459224"/>
            <a:ext cx="908304" cy="0"/>
          </a:xfrm>
          <a:prstGeom prst="straightConnector1">
            <a:avLst/>
          </a:prstGeom>
          <a:ln w="38100">
            <a:solidFill>
              <a:srgbClr val="0070C0"/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C271E910-5096-7A84-C797-47CD32FB6F03}"/>
              </a:ext>
            </a:extLst>
          </p:cNvPr>
          <p:cNvCxnSpPr>
            <a:cxnSpLocks/>
          </p:cNvCxnSpPr>
          <p:nvPr/>
        </p:nvCxnSpPr>
        <p:spPr>
          <a:xfrm>
            <a:off x="3666744" y="2151888"/>
            <a:ext cx="624840" cy="0"/>
          </a:xfrm>
          <a:prstGeom prst="straightConnector1">
            <a:avLst/>
          </a:prstGeom>
          <a:ln w="38100">
            <a:solidFill>
              <a:schemeClr val="accent2">
                <a:lumMod val="75000"/>
              </a:schemeClr>
            </a:solidFill>
            <a:headEnd type="triangle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2863971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039363-8474-7B0D-81D4-E82ED5CA4E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F-value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F4189B4-FA9E-BE42-5614-18E4CD66E4F0}"/>
                  </a:ext>
                </a:extLst>
              </p:cNvPr>
              <p:cNvSpPr txBox="1"/>
              <p:nvPr/>
            </p:nvSpPr>
            <p:spPr>
              <a:xfrm>
                <a:off x="838200" y="3142703"/>
                <a:ext cx="10515600" cy="103053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NZ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NZ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NZ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NZ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𝐵𝑒𝑡𝑤𝑒𝑒𝑛</m:t>
                          </m:r>
                          <m:r>
                            <a:rPr lang="en-NZ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NZ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𝐺𝑟𝑜𝑢𝑝</m:t>
                          </m:r>
                          <m:r>
                            <a:rPr lang="en-NZ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NZ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𝑉𝑎𝑟𝑖𝑎𝑏𝑖𝑙𝑖𝑡𝑦</m:t>
                          </m:r>
                        </m:num>
                        <m:den>
                          <m:r>
                            <a:rPr lang="en-NZ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𝑊𝑖𝑡h𝑖𝑛</m:t>
                          </m:r>
                          <m:r>
                            <a:rPr lang="en-NZ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NZ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𝐺𝑟𝑜𝑢𝑝</m:t>
                          </m:r>
                          <m:r>
                            <a:rPr lang="en-NZ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en-NZ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𝑉𝑎𝑟𝑖𝑎𝑏𝑖𝑙𝑖𝑡𝑦</m:t>
                          </m:r>
                        </m:den>
                      </m:f>
                      <m:r>
                        <a:rPr lang="en-NZ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NZ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NZ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NZ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𝑆𝑆</m:t>
                                  </m:r>
                                </m:e>
                                <m:sub>
                                  <m:r>
                                    <a:rPr lang="en-NZ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𝑏𝑒𝑡𝑤𝑒𝑒𝑛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NZ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NZ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𝐷𝑓</m:t>
                                  </m:r>
                                </m:e>
                                <m:sub>
                                  <m:r>
                                    <a:rPr lang="en-NZ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𝑏𝑒𝑡𝑤𝑒𝑒𝑛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f>
                            <m:fPr>
                              <m:ctrlP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NZ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NZ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𝑆𝑆</m:t>
                                  </m:r>
                                </m:e>
                                <m:sub>
                                  <m:r>
                                    <a:rPr lang="en-NZ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𝑤𝑖𝑡h𝑖𝑛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en-NZ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NZ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𝐷𝑓</m:t>
                                  </m:r>
                                </m:e>
                                <m:sub>
                                  <m:r>
                                    <a:rPr lang="en-NZ" b="0" i="1" smtClean="0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𝑤𝑖𝑡h𝑖𝑛</m:t>
                                  </m:r>
                                </m:sub>
                              </m:sSub>
                            </m:den>
                          </m:f>
                        </m:den>
                      </m:f>
                      <m:r>
                        <a:rPr lang="en-NZ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NZ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NZ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𝑆𝑆</m:t>
                              </m:r>
                            </m:e>
                            <m:sub>
                              <m: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𝑏𝑒𝑡𝑤𝑒𝑒𝑛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𝐷𝑓</m:t>
                              </m:r>
                            </m:e>
                            <m:sub>
                              <m: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𝑏𝑒𝑡𝑤𝑒𝑒𝑛</m:t>
                              </m:r>
                            </m:sub>
                          </m:sSub>
                        </m:den>
                      </m:f>
                      <m:r>
                        <a:rPr lang="en-NZ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NZ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𝐷𝑓</m:t>
                              </m:r>
                            </m:e>
                            <m:sub>
                              <m: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𝑤𝑖𝑡h𝑖𝑛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𝑆𝑆</m:t>
                              </m:r>
                            </m:e>
                            <m:sub>
                              <m: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𝑤𝑖𝑡h𝑖𝑛</m:t>
                              </m:r>
                            </m:sub>
                          </m:sSub>
                        </m:den>
                      </m:f>
                      <m:r>
                        <a:rPr lang="en-NZ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NZ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𝑆𝑆</m:t>
                              </m:r>
                            </m:e>
                            <m:sub>
                              <m: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𝑏𝑒𝑡𝑤𝑒𝑒𝑛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𝑆𝑆</m:t>
                              </m:r>
                            </m:e>
                            <m:sub>
                              <m: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𝑤𝑖𝑡h𝑖𝑛</m:t>
                              </m:r>
                            </m:sub>
                          </m:sSub>
                        </m:den>
                      </m:f>
                      <m:r>
                        <a:rPr lang="en-NZ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NZ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𝐷𝑓</m:t>
                              </m:r>
                            </m:e>
                            <m:sub>
                              <m: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𝑤𝑖𝑡h𝑖𝑛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𝐷𝑓</m:t>
                              </m:r>
                            </m:e>
                            <m:sub>
                              <m: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𝑏𝑒𝑡𝑤𝑒𝑒𝑛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NZ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CF4189B4-FA9E-BE42-5614-18E4CD66E4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142703"/>
                <a:ext cx="10515600" cy="1030539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82C587CA-4811-CA5F-E0A6-044BEDAD0D8D}"/>
              </a:ext>
            </a:extLst>
          </p:cNvPr>
          <p:cNvSpPr txBox="1"/>
          <p:nvPr/>
        </p:nvSpPr>
        <p:spPr>
          <a:xfrm>
            <a:off x="1252728" y="5091333"/>
            <a:ext cx="22311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dirty="0">
                <a:solidFill>
                  <a:schemeClr val="bg1"/>
                </a:solidFill>
              </a:rPr>
              <a:t>SS = Sum of Squares</a:t>
            </a:r>
          </a:p>
        </p:txBody>
      </p:sp>
    </p:spTree>
    <p:extLst>
      <p:ext uri="{BB962C8B-B14F-4D97-AF65-F5344CB8AC3E}">
        <p14:creationId xmlns:p14="http://schemas.microsoft.com/office/powerpoint/2010/main" val="5753500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16144-4BD0-2F51-4D31-2FA86CDC74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In case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40027BF-5949-6677-40AE-BA0D6196C271}"/>
                  </a:ext>
                </a:extLst>
              </p:cNvPr>
              <p:cNvSpPr txBox="1"/>
              <p:nvPr/>
            </p:nvSpPr>
            <p:spPr>
              <a:xfrm>
                <a:off x="838200" y="2057400"/>
                <a:ext cx="2960362" cy="670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NZ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NZ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𝑆𝑆</m:t>
                          </m:r>
                        </m:e>
                        <m:sub>
                          <m:r>
                            <a:rPr lang="en-NZ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𝑤𝑖𝑡h𝑖𝑛</m:t>
                          </m:r>
                        </m:sub>
                      </m:sSub>
                      <m:r>
                        <a:rPr lang="en-NZ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NZ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p>
                            <m:sSupPr>
                              <m:ctrlPr>
                                <a:rPr lang="en-NZ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NZ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NZ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NZ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NZ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𝑅𝑇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NZ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sub>
                              </m:sSub>
                              <m:r>
                                <a:rPr lang="en-NZ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− </m:t>
                              </m:r>
                              <m:sSub>
                                <m:sSubPr>
                                  <m:ctrlPr>
                                    <a:rPr lang="en-NZ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NZ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NZ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𝑅𝑇</m:t>
                                      </m:r>
                                    </m:e>
                                  </m:acc>
                                </m:e>
                                <m:sub>
                                  <m:sSub>
                                    <m:sSubPr>
                                      <m:ctrlPr>
                                        <a:rPr lang="en-NZ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NZ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𝑔</m:t>
                                      </m:r>
                                    </m:e>
                                    <m:sub>
                                      <m:r>
                                        <a:rPr lang="en-NZ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𝑝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en-NZ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NZ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40027BF-5949-6677-40AE-BA0D6196C27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057400"/>
                <a:ext cx="2960362" cy="670761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A97E62-BFE5-FB4C-CE35-2F5679D93F0E}"/>
                  </a:ext>
                </a:extLst>
              </p:cNvPr>
              <p:cNvSpPr txBox="1"/>
              <p:nvPr/>
            </p:nvSpPr>
            <p:spPr>
              <a:xfrm>
                <a:off x="838200" y="2990088"/>
                <a:ext cx="3499356" cy="67076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NZ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NZ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𝑆𝑆</m:t>
                          </m:r>
                        </m:e>
                        <m:sub>
                          <m:r>
                            <a:rPr lang="en-NZ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𝑏𝑒𝑡𝑤𝑒𝑒𝑛</m:t>
                          </m:r>
                        </m:sub>
                      </m:sSub>
                      <m:r>
                        <a:rPr lang="en-NZ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nary>
                        <m:naryPr>
                          <m:chr m:val="∑"/>
                          <m:subHide m:val="on"/>
                          <m:supHide m:val="on"/>
                          <m:ctrlPr>
                            <a:rPr lang="en-NZ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/>
                        <m:sup/>
                        <m:e>
                          <m:sSub>
                            <m:sSubPr>
                              <m:ctrlPr>
                                <a:rPr lang="en-NZ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NZ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r>
                            <a:rPr lang="en-NZ" i="1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sSup>
                            <m:sSupPr>
                              <m:ctrlP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NZ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̅"/>
                                      <m:ctrlPr>
                                        <a:rPr lang="en-NZ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NZ" i="1">
                                          <a:solidFill>
                                            <a:schemeClr val="bg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𝑅𝑇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NZ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r>
                                <a:rPr lang="en-NZ" i="1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− </m:t>
                              </m:r>
                              <m:acc>
                                <m:accPr>
                                  <m:chr m:val="̅"/>
                                  <m:ctrlPr>
                                    <a:rPr lang="en-NZ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NZ" i="1">
                                      <a:solidFill>
                                        <a:schemeClr val="bg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𝑅𝑇</m:t>
                                  </m:r>
                                </m:e>
                              </m:acc>
                              <m: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  <m:sup>
                              <m: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</m:oMath>
                  </m:oMathPara>
                </a14:m>
                <a:endParaRPr lang="en-NZ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E0A97E62-BFE5-FB4C-CE35-2F5679D93F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990088"/>
                <a:ext cx="3499356" cy="67076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643610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3ED406-CCE6-CB53-9013-BE20C0DB06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Hypothesis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D1407B-2126-0EC6-F01B-49B79F099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551815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NZ" dirty="0">
                <a:solidFill>
                  <a:schemeClr val="bg1"/>
                </a:solidFill>
              </a:rPr>
              <a:t>Can you express H0 in words?</a:t>
            </a:r>
          </a:p>
        </p:txBody>
      </p:sp>
    </p:spTree>
    <p:extLst>
      <p:ext uri="{BB962C8B-B14F-4D97-AF65-F5344CB8AC3E}">
        <p14:creationId xmlns:p14="http://schemas.microsoft.com/office/powerpoint/2010/main" val="193762457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E7620-3A8C-FD12-6E5C-4FCE201C9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63D786-C6EC-F62B-E4D9-52750CC4D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Hypothesis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1F2F08-6F69-3760-1A3B-660740CC3D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088007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NZ" sz="2400" dirty="0">
                <a:solidFill>
                  <a:schemeClr val="bg1"/>
                </a:solidFill>
              </a:rPr>
              <a:t>Can you express H0 in words?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NZ" i="1" dirty="0">
                <a:solidFill>
                  <a:schemeClr val="bg1"/>
                </a:solidFill>
              </a:rPr>
              <a:t>We cannot say whether the observations derive from different “populations”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NZ" i="1" dirty="0">
                <a:solidFill>
                  <a:schemeClr val="bg1"/>
                </a:solidFill>
              </a:rPr>
              <a:t>We cannot exclude that the observations are drawn from different distributions</a:t>
            </a:r>
          </a:p>
        </p:txBody>
      </p:sp>
    </p:spTree>
    <p:extLst>
      <p:ext uri="{BB962C8B-B14F-4D97-AF65-F5344CB8AC3E}">
        <p14:creationId xmlns:p14="http://schemas.microsoft.com/office/powerpoint/2010/main" val="41125257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F021C-FDED-96F7-2098-1F533D7E3D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A700CB-7BBB-175B-31B3-E1A40BEC59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Hypothesis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37466D-E6B7-F7D2-74E4-1D123D2C60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99326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NZ" sz="2400" dirty="0">
                <a:solidFill>
                  <a:schemeClr val="bg1"/>
                </a:solidFill>
              </a:rPr>
              <a:t>Can you express H0 in words?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NZ" i="1" dirty="0">
                <a:solidFill>
                  <a:schemeClr val="bg1"/>
                </a:solidFill>
              </a:rPr>
              <a:t>We cannot say whether the observations derive from different “populations”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NZ" i="1" dirty="0">
                <a:solidFill>
                  <a:schemeClr val="bg1"/>
                </a:solidFill>
              </a:rPr>
              <a:t>We cannot exclude that the observations are drawn from different distributions</a:t>
            </a:r>
          </a:p>
          <a:p>
            <a:pPr marL="514350" indent="-514350">
              <a:buFont typeface="+mj-lt"/>
              <a:buAutoNum type="arabicPeriod"/>
            </a:pPr>
            <a:r>
              <a:rPr lang="en-NZ" sz="2400" dirty="0">
                <a:solidFill>
                  <a:schemeClr val="bg1"/>
                </a:solidFill>
              </a:rPr>
              <a:t>Can you express H0 formally?</a:t>
            </a:r>
          </a:p>
        </p:txBody>
      </p:sp>
    </p:spTree>
    <p:extLst>
      <p:ext uri="{BB962C8B-B14F-4D97-AF65-F5344CB8AC3E}">
        <p14:creationId xmlns:p14="http://schemas.microsoft.com/office/powerpoint/2010/main" val="363120947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B7ED21-9639-25EF-B1A0-EB08D663A7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0D07E2-EFAF-D41E-8C36-6FC33FD59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Hypothesis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E2E010-84BF-58D8-1635-CADA555938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99326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NZ" sz="2400" dirty="0">
                <a:solidFill>
                  <a:schemeClr val="bg1"/>
                </a:solidFill>
              </a:rPr>
              <a:t>Can you express H0 in words?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NZ" i="1" dirty="0">
                <a:solidFill>
                  <a:schemeClr val="bg1"/>
                </a:solidFill>
              </a:rPr>
              <a:t>We cannot say whether the observations derive from different “populations”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NZ" i="1" dirty="0">
                <a:solidFill>
                  <a:schemeClr val="bg1"/>
                </a:solidFill>
              </a:rPr>
              <a:t>We cannot exclude that the observations are drawn from different distributions</a:t>
            </a:r>
          </a:p>
          <a:p>
            <a:pPr marL="514350" indent="-514350">
              <a:buFont typeface="+mj-lt"/>
              <a:buAutoNum type="arabicPeriod"/>
            </a:pPr>
            <a:r>
              <a:rPr lang="en-NZ" sz="2400" dirty="0">
                <a:solidFill>
                  <a:schemeClr val="bg1"/>
                </a:solidFill>
              </a:rPr>
              <a:t>Can you express H0 formally?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8193E1B-AD98-7624-C4FC-276883BCC187}"/>
                  </a:ext>
                </a:extLst>
              </p:cNvPr>
              <p:cNvSpPr txBox="1"/>
              <p:nvPr/>
            </p:nvSpPr>
            <p:spPr>
              <a:xfrm>
                <a:off x="0" y="4953825"/>
                <a:ext cx="12192000" cy="48737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NZ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NZ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NZ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acc>
                        </m:e>
                        <m:sub>
                          <m:r>
                            <a:rPr lang="en-NZ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𝑝𝑔</m:t>
                          </m:r>
                        </m:sub>
                      </m:sSub>
                      <m:r>
                        <a:rPr lang="en-NZ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NZ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n-NZ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NZ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NZ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NZ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𝑝𝑔</m:t>
                          </m:r>
                        </m:sub>
                      </m:sSub>
                    </m:oMath>
                  </m:oMathPara>
                </a14:m>
                <a:endParaRPr lang="en-NZ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18193E1B-AD98-7624-C4FC-276883BCC1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953825"/>
                <a:ext cx="12192000" cy="48737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F380B59-B59E-4810-CAB0-B3A9BDA2A34C}"/>
                  </a:ext>
                </a:extLst>
              </p:cNvPr>
              <p:cNvSpPr txBox="1"/>
              <p:nvPr/>
            </p:nvSpPr>
            <p:spPr>
              <a:xfrm>
                <a:off x="0" y="5687568"/>
                <a:ext cx="12192000" cy="474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NZ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NZ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NZ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𝑝𝑔</m:t>
                          </m:r>
                        </m:sub>
                      </m:sSub>
                      <m:r>
                        <a:rPr lang="en-NZ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NZ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 </m:t>
                      </m:r>
                      <m:r>
                        <a:rPr lang="en-NZ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NZ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(0, </m:t>
                      </m:r>
                      <m:sSup>
                        <m:sSupPr>
                          <m:ctrlPr>
                            <a:rPr lang="en-NZ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NZ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NZ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NZ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NZ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7F380B59-B59E-4810-CAB0-B3A9BDA2A3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687568"/>
                <a:ext cx="12192000" cy="47455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082600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B58B75-B964-7B39-B897-E6FD6FB0F7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B3F3F1-F5B5-9ACB-99CB-848ADF7343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Hypothesis Testing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54C1BD-7ABE-1159-6BB3-325ECA1A79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299326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NZ" sz="2400" dirty="0">
                <a:solidFill>
                  <a:schemeClr val="bg1"/>
                </a:solidFill>
              </a:rPr>
              <a:t>Can you express H0 in words?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NZ" i="1" dirty="0">
                <a:solidFill>
                  <a:schemeClr val="bg1"/>
                </a:solidFill>
              </a:rPr>
              <a:t>We cannot say whether the observations derive from different “populations”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NZ" i="1" dirty="0">
                <a:solidFill>
                  <a:schemeClr val="bg1"/>
                </a:solidFill>
              </a:rPr>
              <a:t>We cannot exclude that the observations are drawn from different distributions</a:t>
            </a:r>
          </a:p>
          <a:p>
            <a:pPr marL="514350" indent="-514350">
              <a:buFont typeface="+mj-lt"/>
              <a:buAutoNum type="arabicPeriod"/>
            </a:pPr>
            <a:r>
              <a:rPr lang="en-NZ" sz="2400" dirty="0">
                <a:solidFill>
                  <a:schemeClr val="bg1"/>
                </a:solidFill>
              </a:rPr>
              <a:t>Can you express H0 formally?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A153983-EFEA-79A1-105F-7B80284457A8}"/>
                  </a:ext>
                </a:extLst>
              </p:cNvPr>
              <p:cNvSpPr txBox="1"/>
              <p:nvPr/>
            </p:nvSpPr>
            <p:spPr>
              <a:xfrm>
                <a:off x="0" y="4953825"/>
                <a:ext cx="12192000" cy="487378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NZ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̂"/>
                              <m:ctrlPr>
                                <a:rPr lang="en-NZ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NZ" sz="2800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𝑌</m:t>
                              </m:r>
                            </m:e>
                          </m:acc>
                        </m:e>
                        <m:sub>
                          <m:r>
                            <a:rPr lang="en-NZ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𝑝𝑔</m:t>
                          </m:r>
                        </m:sub>
                      </m:sSub>
                      <m:r>
                        <a:rPr lang="en-NZ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r>
                        <a:rPr lang="en-NZ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𝜇</m:t>
                      </m:r>
                      <m:r>
                        <a:rPr lang="en-NZ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 </m:t>
                      </m:r>
                      <m:sSub>
                        <m:sSubPr>
                          <m:ctrlPr>
                            <a:rPr lang="en-NZ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NZ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NZ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𝑝𝑔</m:t>
                          </m:r>
                        </m:sub>
                      </m:sSub>
                    </m:oMath>
                  </m:oMathPara>
                </a14:m>
                <a:endParaRPr lang="en-NZ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DA153983-EFEA-79A1-105F-7B80284457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4953825"/>
                <a:ext cx="12192000" cy="487378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83BDFA-7FF8-169E-A707-1B620BF857DF}"/>
                  </a:ext>
                </a:extLst>
              </p:cNvPr>
              <p:cNvSpPr txBox="1"/>
              <p:nvPr/>
            </p:nvSpPr>
            <p:spPr>
              <a:xfrm>
                <a:off x="0" y="5687568"/>
                <a:ext cx="12192000" cy="4745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NZ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NZ" sz="280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𝜖</m:t>
                          </m:r>
                        </m:e>
                        <m:sub>
                          <m:r>
                            <a:rPr lang="en-NZ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𝑝𝑔</m:t>
                          </m:r>
                        </m:sub>
                      </m:sSub>
                      <m:r>
                        <a:rPr lang="en-NZ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NZ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~ </m:t>
                      </m:r>
                      <m:r>
                        <a:rPr lang="en-NZ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𝑁</m:t>
                      </m:r>
                      <m:r>
                        <a:rPr lang="en-NZ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(0, </m:t>
                      </m:r>
                      <m:sSup>
                        <m:sSupPr>
                          <m:ctrlPr>
                            <a:rPr lang="en-NZ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NZ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en-NZ" sz="2800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NZ" sz="2800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NZ" sz="2800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2683BDFA-7FF8-169E-A707-1B620BF857D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0" y="5687568"/>
                <a:ext cx="12192000" cy="47455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EA92B8F1-28F7-2335-89E0-310C9143C864}"/>
              </a:ext>
            </a:extLst>
          </p:cNvPr>
          <p:cNvSpPr/>
          <p:nvPr/>
        </p:nvSpPr>
        <p:spPr>
          <a:xfrm>
            <a:off x="4864608" y="5586984"/>
            <a:ext cx="2432304" cy="786384"/>
          </a:xfrm>
          <a:prstGeom prst="roundRect">
            <a:avLst/>
          </a:prstGeom>
          <a:noFill/>
          <a:ln w="5715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7A986E-1AF4-0D90-C25E-38780A057AE3}"/>
              </a:ext>
            </a:extLst>
          </p:cNvPr>
          <p:cNvSpPr txBox="1"/>
          <p:nvPr/>
        </p:nvSpPr>
        <p:spPr>
          <a:xfrm>
            <a:off x="7406640" y="5771650"/>
            <a:ext cx="251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b="1" dirty="0">
                <a:solidFill>
                  <a:schemeClr val="accent2">
                    <a:lumMod val="75000"/>
                  </a:schemeClr>
                </a:solidFill>
              </a:rPr>
              <a:t>ANOVA assumption!</a:t>
            </a:r>
          </a:p>
        </p:txBody>
      </p:sp>
    </p:spTree>
    <p:extLst>
      <p:ext uri="{BB962C8B-B14F-4D97-AF65-F5344CB8AC3E}">
        <p14:creationId xmlns:p14="http://schemas.microsoft.com/office/powerpoint/2010/main" val="10586715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4BDA6-061A-AE51-C3A5-F3CFD2C8AC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01701"/>
            <a:ext cx="10515600" cy="1325563"/>
          </a:xfrm>
        </p:spPr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Linear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4AFABA-AB40-52AE-4454-2050F8920C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2819527"/>
              </a:xfrm>
            </p:spPr>
            <p:txBody>
              <a:bodyPr>
                <a:noAutofit/>
              </a:bodyPr>
              <a:lstStyle/>
              <a:p>
                <a:r>
                  <a:rPr lang="en-NZ" sz="2400" dirty="0">
                    <a:solidFill>
                      <a:schemeClr val="bg1"/>
                    </a:solidFill>
                  </a:rPr>
                  <a:t>H0 looks like a linear model, right?</a:t>
                </a:r>
              </a:p>
              <a:p>
                <a:pPr marL="457200" lvl="1" indent="0">
                  <a:buNone/>
                </a:pPr>
                <a:r>
                  <a:rPr lang="en-NZ" dirty="0">
                    <a:solidFill>
                      <a:schemeClr val="bg1"/>
                    </a:solidFill>
                  </a:rPr>
                  <a:t>Indeed, ANOVA is a method </a:t>
                </a:r>
                <a:r>
                  <a:rPr lang="en-NZ" b="1" u="sng" dirty="0">
                    <a:solidFill>
                      <a:schemeClr val="accent2">
                        <a:lumMod val="75000"/>
                      </a:schemeClr>
                    </a:solidFill>
                  </a:rPr>
                  <a:t>applied to </a:t>
                </a:r>
                <a:r>
                  <a:rPr lang="en-NZ" dirty="0">
                    <a:solidFill>
                      <a:schemeClr val="bg1"/>
                    </a:solidFill>
                  </a:rPr>
                  <a:t>a linear model</a:t>
                </a:r>
              </a:p>
              <a:p>
                <a:r>
                  <a:rPr lang="en-NZ" i="1" dirty="0">
                    <a:solidFill>
                      <a:schemeClr val="bg1"/>
                    </a:solidFill>
                  </a:rPr>
                  <a:t>F</a:t>
                </a:r>
                <a:r>
                  <a:rPr lang="en-NZ" dirty="0">
                    <a:solidFill>
                      <a:schemeClr val="bg1"/>
                    </a:solidFill>
                  </a:rPr>
                  <a:t> has some similarities with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NZ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NZ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NZ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NZ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94AFABA-AB40-52AE-4454-2050F8920C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2819527"/>
              </a:xfrm>
              <a:blipFill>
                <a:blip r:embed="rId2"/>
                <a:stretch>
                  <a:fillRect l="-1043" t="-2808"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65A1EA-E1EA-0FA3-7AC2-DED1C1157A3D}"/>
                  </a:ext>
                </a:extLst>
              </p:cNvPr>
              <p:cNvSpPr txBox="1"/>
              <p:nvPr/>
            </p:nvSpPr>
            <p:spPr>
              <a:xfrm>
                <a:off x="1551432" y="3429000"/>
                <a:ext cx="2965704" cy="57515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NZ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NZ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en-NZ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𝑆𝑆</m:t>
                              </m:r>
                            </m:e>
                            <m:sub>
                              <m: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𝑏𝑒𝑡𝑤𝑒𝑒𝑛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𝑆𝑆</m:t>
                              </m:r>
                            </m:e>
                            <m:sub>
                              <m: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𝑤𝑖𝑡h𝑖𝑛</m:t>
                              </m:r>
                            </m:sub>
                          </m:sSub>
                        </m:den>
                      </m:f>
                      <m:r>
                        <a:rPr lang="en-NZ" i="1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NZ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𝐷𝑓</m:t>
                              </m:r>
                            </m:e>
                            <m:sub>
                              <m: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𝑤𝑖𝑡h𝑖𝑛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𝐷𝑓</m:t>
                              </m:r>
                            </m:e>
                            <m:sub>
                              <m: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𝑏𝑒𝑡𝑤𝑒𝑒𝑛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NZ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865A1EA-E1EA-0FA3-7AC2-DED1C1157A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1432" y="3429000"/>
                <a:ext cx="2965704" cy="575157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8A2872F-CD0B-DB18-5FBE-B40CE1D69B03}"/>
                  </a:ext>
                </a:extLst>
              </p:cNvPr>
              <p:cNvSpPr txBox="1"/>
              <p:nvPr/>
            </p:nvSpPr>
            <p:spPr>
              <a:xfrm>
                <a:off x="1551432" y="4550151"/>
                <a:ext cx="2147959" cy="56720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NZ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NZ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p>
                          <m:r>
                            <a:rPr lang="en-NZ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NZ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=1 − </m:t>
                      </m:r>
                      <m:f>
                        <m:fPr>
                          <m:ctrlPr>
                            <a:rPr lang="en-NZ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𝑆𝑆</m:t>
                              </m:r>
                            </m:e>
                            <m:sub>
                              <m: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𝑟𝑒𝑠𝑖𝑑𝑢𝑎𝑙𝑠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𝑆𝑆</m:t>
                              </m:r>
                            </m:e>
                            <m:sub>
                              <m:r>
                                <a:rPr lang="en-NZ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𝑡𝑜𝑡𝑎𝑙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NZ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8A2872F-CD0B-DB18-5FBE-B40CE1D69B0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51432" y="4550151"/>
                <a:ext cx="2147959" cy="56720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C8910F5A-3A47-D10A-9512-113EC79A2397}"/>
              </a:ext>
            </a:extLst>
          </p:cNvPr>
          <p:cNvSpPr txBox="1"/>
          <p:nvPr/>
        </p:nvSpPr>
        <p:spPr>
          <a:xfrm>
            <a:off x="3884035" y="4702949"/>
            <a:ext cx="405295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NZ" sz="1100" i="1" dirty="0">
                <a:solidFill>
                  <a:schemeClr val="bg1"/>
                </a:solidFill>
              </a:rPr>
              <a:t>Proportion of variance in the outcome captured by the predictor </a:t>
            </a:r>
          </a:p>
        </p:txBody>
      </p:sp>
    </p:spTree>
    <p:extLst>
      <p:ext uri="{BB962C8B-B14F-4D97-AF65-F5344CB8AC3E}">
        <p14:creationId xmlns:p14="http://schemas.microsoft.com/office/powerpoint/2010/main" val="125852157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6C8C15-EC4C-6397-2AC8-6C065A5C98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raphic 6">
            <a:extLst>
              <a:ext uri="{FF2B5EF4-FFF2-40B4-BE49-F238E27FC236}">
                <a16:creationId xmlns:a16="http://schemas.microsoft.com/office/drawing/2014/main" id="{68BD3B40-DFD9-0DE3-8B27-F2FADAD275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331606" y="537798"/>
            <a:ext cx="5528787" cy="5782402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1CF6A611-17DF-2BA7-B449-D04B9F9F056F}"/>
              </a:ext>
            </a:extLst>
          </p:cNvPr>
          <p:cNvCxnSpPr>
            <a:cxnSpLocks/>
          </p:cNvCxnSpPr>
          <p:nvPr/>
        </p:nvCxnSpPr>
        <p:spPr>
          <a:xfrm flipV="1">
            <a:off x="4917563" y="3904488"/>
            <a:ext cx="2937133" cy="630936"/>
          </a:xfrm>
          <a:prstGeom prst="line">
            <a:avLst/>
          </a:prstGeom>
          <a:ln w="762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ight Brace 10">
            <a:extLst>
              <a:ext uri="{FF2B5EF4-FFF2-40B4-BE49-F238E27FC236}">
                <a16:creationId xmlns:a16="http://schemas.microsoft.com/office/drawing/2014/main" id="{FF2A8795-0FE6-6379-D7B2-80B8C27E99DA}"/>
              </a:ext>
            </a:extLst>
          </p:cNvPr>
          <p:cNvSpPr/>
          <p:nvPr/>
        </p:nvSpPr>
        <p:spPr>
          <a:xfrm>
            <a:off x="8055792" y="3834618"/>
            <a:ext cx="301752" cy="563646"/>
          </a:xfrm>
          <a:prstGeom prst="rightBrace">
            <a:avLst/>
          </a:prstGeom>
          <a:ln w="57150">
            <a:solidFill>
              <a:schemeClr val="accent3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NZ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B88FFC3-FFE0-2081-0567-7A92D535C68A}"/>
                  </a:ext>
                </a:extLst>
              </p:cNvPr>
              <p:cNvSpPr txBox="1"/>
              <p:nvPr/>
            </p:nvSpPr>
            <p:spPr>
              <a:xfrm>
                <a:off x="8357544" y="3913324"/>
                <a:ext cx="3209544" cy="39190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NZ" b="1" dirty="0">
                    <a:solidFill>
                      <a:schemeClr val="accent3">
                        <a:lumMod val="60000"/>
                        <a:lumOff val="40000"/>
                      </a:schemeClr>
                    </a:solidFill>
                  </a:rPr>
                  <a:t>ANOVA: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NZ" b="1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NZ" b="1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NZ" b="1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𝒄𝒐𝒏𝒈𝒓𝒖𝒆𝒏𝒕</m:t>
                        </m:r>
                      </m:sub>
                    </m:sSub>
                    <m:r>
                      <a:rPr lang="en-NZ" b="1" i="1" smtClean="0">
                        <a:solidFill>
                          <a:schemeClr val="accent3">
                            <a:lumMod val="60000"/>
                            <a:lumOff val="40000"/>
                          </a:schemeClr>
                        </a:solidFill>
                        <a:latin typeface="Cambria Math" panose="02040503050406030204" pitchFamily="18" charset="0"/>
                      </a:rPr>
                      <m:t>− </m:t>
                    </m:r>
                    <m:sSub>
                      <m:sSubPr>
                        <m:ctrlPr>
                          <a:rPr lang="en-NZ" b="1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NZ" b="1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NZ" b="1" i="1" smtClean="0">
                            <a:solidFill>
                              <a:schemeClr val="accent3">
                                <a:lumMod val="60000"/>
                                <a:lumOff val="4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𝒎𝒊𝒙𝒆𝒅</m:t>
                        </m:r>
                      </m:sub>
                    </m:sSub>
                  </m:oMath>
                </a14:m>
                <a:endParaRPr lang="en-NZ" b="1" dirty="0">
                  <a:solidFill>
                    <a:schemeClr val="accent3">
                      <a:lumMod val="60000"/>
                      <a:lumOff val="40000"/>
                    </a:schemeClr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1B88FFC3-FFE0-2081-0567-7A92D535C68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57544" y="3913324"/>
                <a:ext cx="3209544" cy="391902"/>
              </a:xfrm>
              <a:prstGeom prst="rect">
                <a:avLst/>
              </a:prstGeom>
              <a:blipFill>
                <a:blip r:embed="rId4"/>
                <a:stretch>
                  <a:fillRect l="-1711" t="-6250" b="-21875"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6F4C097-3639-87C9-8B2E-F32B708D1F7D}"/>
                  </a:ext>
                </a:extLst>
              </p:cNvPr>
              <p:cNvSpPr txBox="1"/>
              <p:nvPr/>
            </p:nvSpPr>
            <p:spPr>
              <a:xfrm>
                <a:off x="5123446" y="4739928"/>
                <a:ext cx="3577070" cy="9496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NZ" b="1" dirty="0">
                    <a:solidFill>
                      <a:schemeClr val="accent2">
                        <a:lumMod val="75000"/>
                      </a:schemeClr>
                    </a:solidFill>
                  </a:rPr>
                  <a:t>LM:</a:t>
                </a:r>
              </a:p>
              <a:p>
                <a:r>
                  <a:rPr lang="en-NZ" b="1" dirty="0">
                    <a:solidFill>
                      <a:schemeClr val="accent2">
                        <a:lumMod val="75000"/>
                      </a:schemeClr>
                    </a:solidFill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NZ" b="1" i="1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NZ" b="1" i="1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𝜷</m:t>
                        </m:r>
                      </m:e>
                      <m:sub>
                        <m:r>
                          <a:rPr lang="en-NZ" b="1" i="1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𝒎𝒊𝒙𝒆𝒅</m:t>
                        </m:r>
                      </m:sub>
                    </m:sSub>
                    <m:r>
                      <a:rPr lang="en-NZ" b="1" i="1" smtClean="0">
                        <a:solidFill>
                          <a:schemeClr val="accent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= </m:t>
                    </m:r>
                    <m:sSub>
                      <m:sSubPr>
                        <m:ctrlPr>
                          <a:rPr lang="en-NZ" b="1" i="1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NZ" b="1" i="1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NZ" b="1" i="1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𝒄𝒐𝒏𝒈𝒓𝒖𝒆𝒏𝒕</m:t>
                        </m:r>
                      </m:sub>
                    </m:sSub>
                    <m:r>
                      <a:rPr lang="en-NZ" b="1" i="1" smtClean="0">
                        <a:solidFill>
                          <a:schemeClr val="accent2">
                            <a:lumMod val="75000"/>
                          </a:schemeClr>
                        </a:solidFill>
                        <a:latin typeface="Cambria Math" panose="02040503050406030204" pitchFamily="18" charset="0"/>
                      </a:rPr>
                      <m:t>− </m:t>
                    </m:r>
                    <m:sSub>
                      <m:sSubPr>
                        <m:ctrlPr>
                          <a:rPr lang="en-NZ" b="1" i="1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NZ" b="1" i="1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𝝁</m:t>
                        </m:r>
                      </m:e>
                      <m:sub>
                        <m:r>
                          <a:rPr lang="en-NZ" b="1" i="1" smtClean="0">
                            <a:solidFill>
                              <a:schemeClr val="accent2">
                                <a:lumMod val="75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𝒎𝒊𝒙𝒆𝒅</m:t>
                        </m:r>
                      </m:sub>
                    </m:sSub>
                  </m:oMath>
                </a14:m>
                <a:endParaRPr lang="en-NZ" b="1" dirty="0">
                  <a:solidFill>
                    <a:schemeClr val="accent2">
                      <a:lumMod val="75000"/>
                    </a:schemeClr>
                  </a:solidFill>
                </a:endParaRPr>
              </a:p>
              <a:p>
                <a:r>
                  <a:rPr lang="en-NZ" b="1" dirty="0">
                    <a:solidFill>
                      <a:schemeClr val="accent2">
                        <a:lumMod val="75000"/>
                      </a:schemeClr>
                    </a:solidFill>
                  </a:rPr>
                  <a:t>= Slope</a:t>
                </a:r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46F4C097-3639-87C9-8B2E-F32B708D1F7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23446" y="4739928"/>
                <a:ext cx="3577070" cy="949619"/>
              </a:xfrm>
              <a:prstGeom prst="rect">
                <a:avLst/>
              </a:prstGeom>
              <a:blipFill>
                <a:blip r:embed="rId5"/>
                <a:stretch>
                  <a:fillRect l="-1363" t="-3226" b="-10323"/>
                </a:stretch>
              </a:blipFill>
            </p:spPr>
            <p:txBody>
              <a:bodyPr/>
              <a:lstStyle/>
              <a:p>
                <a:r>
                  <a:rPr lang="en-NZ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920384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2B412-30A4-C33B-B4ED-FB55074C24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Going Bayesian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4E1142-E08F-5C6C-6C9D-B9ADE1E6E0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3587623"/>
          </a:xfrm>
        </p:spPr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A linear model is a more flexible tool than and ANOVA (or any other tests)</a:t>
            </a:r>
          </a:p>
          <a:p>
            <a:r>
              <a:rPr lang="en-NZ" dirty="0">
                <a:solidFill>
                  <a:schemeClr val="bg1"/>
                </a:solidFill>
              </a:rPr>
              <a:t>The switch between the two it’s quite easy</a:t>
            </a:r>
          </a:p>
          <a:p>
            <a:r>
              <a:rPr lang="en-NZ" dirty="0">
                <a:solidFill>
                  <a:schemeClr val="bg1"/>
                </a:solidFill>
              </a:rPr>
              <a:t>The switch to a Bayesian approach is quite easy too</a:t>
            </a:r>
          </a:p>
          <a:p>
            <a:pPr lvl="1"/>
            <a:r>
              <a:rPr lang="en-NZ" dirty="0">
                <a:solidFill>
                  <a:schemeClr val="bg1"/>
                </a:solidFill>
              </a:rPr>
              <a:t>In terms of code</a:t>
            </a:r>
          </a:p>
          <a:p>
            <a:pPr lvl="1"/>
            <a:r>
              <a:rPr lang="en-NZ" dirty="0">
                <a:solidFill>
                  <a:schemeClr val="bg1"/>
                </a:solidFill>
              </a:rPr>
              <a:t>As for anything, some aspects require learning and adjusting, BUT…</a:t>
            </a:r>
          </a:p>
          <a:p>
            <a:pPr lvl="1"/>
            <a:r>
              <a:rPr lang="en-NZ" dirty="0">
                <a:solidFill>
                  <a:schemeClr val="bg1"/>
                </a:solidFill>
              </a:rPr>
              <a:t>The benefits in terms of interpretability and general practice outweigh the challenges </a:t>
            </a:r>
          </a:p>
        </p:txBody>
      </p:sp>
    </p:spTree>
    <p:extLst>
      <p:ext uri="{BB962C8B-B14F-4D97-AF65-F5344CB8AC3E}">
        <p14:creationId xmlns:p14="http://schemas.microsoft.com/office/powerpoint/2010/main" val="4226933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D5B2F-6951-210D-5E0B-DB23AB747A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Going Bayesian</a:t>
            </a:r>
            <a:endParaRPr lang="en-NZ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69CBF3-3E33-CDA4-26D2-BB56189ADAE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Both Frequentist and Bayesian approaches use likelihoods</a:t>
            </a:r>
          </a:p>
          <a:p>
            <a:pPr lvl="1"/>
            <a:r>
              <a:rPr lang="en-NZ" dirty="0">
                <a:solidFill>
                  <a:schemeClr val="bg1"/>
                </a:solidFill>
              </a:rPr>
              <a:t>We’ll see the similarity through code</a:t>
            </a:r>
          </a:p>
        </p:txBody>
      </p:sp>
    </p:spTree>
    <p:extLst>
      <p:ext uri="{BB962C8B-B14F-4D97-AF65-F5344CB8AC3E}">
        <p14:creationId xmlns:p14="http://schemas.microsoft.com/office/powerpoint/2010/main" val="395439420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97AC47-6DD5-F5E3-B6BC-9BFCE9AE1E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F92549-FCE2-5123-69FE-281428079F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NZ" dirty="0">
                <a:solidFill>
                  <a:schemeClr val="bg1"/>
                </a:solidFill>
              </a:rPr>
              <a:t>Going Bayesian</a:t>
            </a:r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7509445F-F863-3894-0963-78A47360BB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3688556" y="1457121"/>
            <a:ext cx="4814887" cy="5035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954073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1b36e95-0d50-42e9-958f-b63fa906beaa}" enabled="0" method="" siteId="{d1b36e95-0d50-42e9-958f-b63fa906beaa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665</TotalTime>
  <Words>601</Words>
  <Application>Microsoft Office PowerPoint</Application>
  <PresentationFormat>Widescreen</PresentationFormat>
  <Paragraphs>100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Aptos</vt:lpstr>
      <vt:lpstr>Aptos Display</vt:lpstr>
      <vt:lpstr>Arial</vt:lpstr>
      <vt:lpstr>Cambria Math</vt:lpstr>
      <vt:lpstr>Wingdings</vt:lpstr>
      <vt:lpstr>Office Theme</vt:lpstr>
      <vt:lpstr>From tests to models</vt:lpstr>
      <vt:lpstr>Objectives</vt:lpstr>
      <vt:lpstr>Approach</vt:lpstr>
      <vt:lpstr>PowerPoint Presentation</vt:lpstr>
      <vt:lpstr>How can we answer this question?</vt:lpstr>
      <vt:lpstr>How can we answer this question?</vt:lpstr>
      <vt:lpstr>Steps</vt:lpstr>
      <vt:lpstr>Why Variance</vt:lpstr>
      <vt:lpstr>Why Variance</vt:lpstr>
      <vt:lpstr>Why Variance</vt:lpstr>
      <vt:lpstr>F-value</vt:lpstr>
      <vt:lpstr>In case</vt:lpstr>
      <vt:lpstr>Hypothesis Testing</vt:lpstr>
      <vt:lpstr>Hypothesis Testing</vt:lpstr>
      <vt:lpstr>Hypothesis Testing</vt:lpstr>
      <vt:lpstr>Hypothesis Testing</vt:lpstr>
      <vt:lpstr>Hypothesis Testing</vt:lpstr>
      <vt:lpstr>Linear Model</vt:lpstr>
      <vt:lpstr>PowerPoint Presentation</vt:lpstr>
      <vt:lpstr>Going Bayesian</vt:lpstr>
      <vt:lpstr>Going Bayesian</vt:lpstr>
      <vt:lpstr>Going Bayesian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Daniele Scanzi</dc:creator>
  <cp:lastModifiedBy>Daniele Scanzi</cp:lastModifiedBy>
  <cp:revision>1</cp:revision>
  <dcterms:created xsi:type="dcterms:W3CDTF">2026-02-25T03:05:26Z</dcterms:created>
  <dcterms:modified xsi:type="dcterms:W3CDTF">2026-03-05T20:47:19Z</dcterms:modified>
</cp:coreProperties>
</file>