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81" r:id="rId3"/>
    <p:sldId id="282" r:id="rId4"/>
    <p:sldId id="283" r:id="rId5"/>
    <p:sldId id="257" r:id="rId6"/>
    <p:sldId id="258" r:id="rId7"/>
    <p:sldId id="284" r:id="rId8"/>
    <p:sldId id="259" r:id="rId9"/>
    <p:sldId id="263" r:id="rId10"/>
    <p:sldId id="265" r:id="rId11"/>
    <p:sldId id="266" r:id="rId12"/>
    <p:sldId id="264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3" r:id="rId22"/>
    <p:sldId id="277" r:id="rId23"/>
    <p:sldId id="276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58118-120E-4CD7-976D-063A2C19D374}" type="datetimeFigureOut">
              <a:rPr lang="en-NZ" smtClean="0"/>
              <a:t>20/04/2026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A483F-FF50-407D-AAF8-B9970241732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0833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A483F-FF50-407D-AAF8-B9970241732D}" type="slidenum">
              <a:rPr lang="en-NZ" smtClean="0"/>
              <a:t>19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96634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DACD2-925D-7273-83C0-27A9DAF8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BF5F7-9CE8-4DF2-08F0-52792A263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69649-7E46-F9EC-2C5F-EBF7D2753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BC04D-C098-5CFB-6D56-5465AB8D6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A483F-FF50-407D-AAF8-B9970241732D}" type="slidenum">
              <a:rPr lang="en-NZ" smtClean="0"/>
              <a:t>20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06668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5784C-2A80-ADF7-BA43-D8F642A85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D8F4F-6D5D-FDA9-5D95-AE41B5B4B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DE630-91ED-41BE-071B-B977F45D8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8D581-4EA3-ED73-F824-58B921C3A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A483F-FF50-407D-AAF8-B9970241732D}" type="slidenum">
              <a:rPr lang="en-NZ" smtClean="0"/>
              <a:t>22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22267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078F-65B1-7FB0-E8E7-71F96BB98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00681-C691-B63A-35DA-CAC24DD79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96FD6-7ABC-06E7-549E-DB887EED8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5775-8478-43ED-BB22-F704F62C1C87}" type="datetimeFigureOut">
              <a:rPr lang="en-NZ" smtClean="0"/>
              <a:t>20/04/2026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DBBCD-82D6-9313-AE14-624A80C1A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68491-F0DF-8004-5CA9-37BC3D043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4F12-B989-4D8D-8B6C-820C501F824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8443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DB57-C9E9-F0B1-C07F-877AF03C5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D9428-0994-4CE8-EF92-8281F2D2C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4A0C2-4413-88B5-8F41-828C676FF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5775-8478-43ED-BB22-F704F62C1C87}" type="datetimeFigureOut">
              <a:rPr lang="en-NZ" smtClean="0"/>
              <a:t>20/04/2026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4AE4D-96D2-6A24-2D63-88CEB1F37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4A904-3D91-98F7-5C69-1DBD3CD77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4F12-B989-4D8D-8B6C-820C501F824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6069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21198-4C21-B7E5-FB1E-081E4F033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4D434-8BD4-79FA-9FCD-59D703408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EF279-DF8E-1F7F-F31B-85DFFECA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5775-8478-43ED-BB22-F704F62C1C87}" type="datetimeFigureOut">
              <a:rPr lang="en-NZ" smtClean="0"/>
              <a:t>20/04/2026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30A8F-E5FC-552C-542F-77E26805F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D0279-52A1-BCE7-C395-F445FBA3A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4F12-B989-4D8D-8B6C-820C501F824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38505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6098E-6AD4-A02E-4103-B2DEB0366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15274-1F7E-5B6C-C132-EEA2466F0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E6A10D-0ED6-F44E-1487-83F95E9F4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4371E-6953-035F-AA63-246522AAC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5775-8478-43ED-BB22-F704F62C1C87}" type="datetimeFigureOut">
              <a:rPr lang="en-NZ" smtClean="0"/>
              <a:t>20/04/2026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467BB-B17F-EFAF-22E7-AC4CEDD32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1ADFC-638E-2017-C05B-22C8C8BB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4F12-B989-4D8D-8B6C-820C501F824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3122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8343-9F60-03AD-D057-D07CC5BCA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5F644-A460-391A-E51E-CB4791D95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A9CA70-54DB-0BFE-FB0A-E8CE8E117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7BABC-8883-7ACE-7239-75D7B0DFB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41422-905B-BC60-FC9B-89243A9E01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76490E-7947-C31F-01EB-63F2B4095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5775-8478-43ED-BB22-F704F62C1C87}" type="datetimeFigureOut">
              <a:rPr lang="en-NZ" smtClean="0"/>
              <a:t>20/04/2026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4E186A-99D2-52DD-9C39-9A49D1387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9C107B-6AA8-C25E-D4F6-5E3689FC9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4F12-B989-4D8D-8B6C-820C501F824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00069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754-23D8-788D-4916-F78EB3A9C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02A9E3-1102-989D-2AF2-8D1840632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5775-8478-43ED-BB22-F704F62C1C87}" type="datetimeFigureOut">
              <a:rPr lang="en-NZ" smtClean="0"/>
              <a:t>20/04/2026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91F79-2692-797E-D668-CED68EEC5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3227A-5BF8-E937-C371-9DC686B70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4F12-B989-4D8D-8B6C-820C501F824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15267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D0F012-ACC8-8B0C-0667-052DBBB1D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5775-8478-43ED-BB22-F704F62C1C87}" type="datetimeFigureOut">
              <a:rPr lang="en-NZ" smtClean="0"/>
              <a:t>20/04/2026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A27C2C-1027-320B-6890-9CA9D350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A0645-FD73-6835-88E9-981DEF01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4F12-B989-4D8D-8B6C-820C501F824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2711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703F-9A42-47F4-3343-C9751FF40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2404F-4ED8-05D7-F7C7-3E3415EBB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23EC9-F63B-11A1-BA77-B21B7FFAC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7DF3F-3D27-4AB5-0B3C-96EC6133A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5775-8478-43ED-BB22-F704F62C1C87}" type="datetimeFigureOut">
              <a:rPr lang="en-NZ" smtClean="0"/>
              <a:t>20/04/2026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1068C-EB82-F882-7B14-4CA360EE8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D0E32-A2D4-D400-E731-B3622961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4F12-B989-4D8D-8B6C-820C501F824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4883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47356-84DE-5D5E-DE41-964FA933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8FDF4F-3962-0436-61C2-351C0C257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21BB5-D850-D107-DAB6-7C40A99B9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A0CDF-550C-07F4-59EE-AB1D00661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5775-8478-43ED-BB22-F704F62C1C87}" type="datetimeFigureOut">
              <a:rPr lang="en-NZ" smtClean="0"/>
              <a:t>20/04/2026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90DA9-C220-FC2F-4CC1-54AAB415C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109BB-A251-9590-4EDD-2C2ABE4AA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4F12-B989-4D8D-8B6C-820C501F824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74677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90DAF-8720-1EC7-41D9-D0730CF3C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35CAE-F681-1E5C-D7A4-B94F084EE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F8693-83A0-D714-7D67-25E4A0789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5775-8478-43ED-BB22-F704F62C1C87}" type="datetimeFigureOut">
              <a:rPr lang="en-NZ" smtClean="0"/>
              <a:t>20/04/2026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341D6-81FA-1679-0C2A-137817591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2DEF1-E0BD-EB36-F459-112A2F92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4F12-B989-4D8D-8B6C-820C501F824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3030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F4A6A4-24D7-A532-8078-CBA25FF41C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C973F-1328-3A21-53F6-C4930CC27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4F74B-7142-26C7-DFDD-40D9CA35D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5775-8478-43ED-BB22-F704F62C1C87}" type="datetimeFigureOut">
              <a:rPr lang="en-NZ" smtClean="0"/>
              <a:t>20/04/2026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97FC1-BB40-F8AE-04C3-63813CC0F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88577-38C0-32FE-B44B-AD3C874F9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4F12-B989-4D8D-8B6C-820C501F824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22095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E2EB51-138C-477A-6DF0-9530E7339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6D986-F849-241F-17DD-7E633CC2A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D027A-B010-7B3D-E393-5AFA2245BC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E5775-8478-43ED-BB22-F704F62C1C87}" type="datetimeFigureOut">
              <a:rPr lang="en-NZ" smtClean="0"/>
              <a:t>20/04/2026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EE970-69C1-0387-0AA7-5378AAB11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B9AE4-0C1E-EBAB-E4C7-9C97453B0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4E4F12-B989-4D8D-8B6C-820C501F824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23033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genius.com/36031200/Lorde-broken-glass/Last-year-was-bad-i-let-myself-get-sucked-in-by-arithmetic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244726" TargetMode="External"/><Relationship Id="rId7" Type="http://schemas.openxmlformats.org/officeDocument/2006/relationships/hyperlink" Target="https://commons.wikimedia.org/wiki/File:Jerry_Springer_Musto_Party_2011_Shankbone_10.JPG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hyperlink" Target="https://pxhere.com/pl/photo/1548015" TargetMode="Externa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215E7-A36E-C64B-9D8F-02DA41895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2418"/>
            <a:ext cx="9144000" cy="1173163"/>
          </a:xfrm>
        </p:spPr>
        <p:txBody>
          <a:bodyPr/>
          <a:lstStyle/>
          <a:p>
            <a:r>
              <a:rPr lang="en-NZ" dirty="0">
                <a:solidFill>
                  <a:schemeClr val="bg1"/>
                </a:solidFill>
              </a:rPr>
              <a:t>Bayesian Engine</a:t>
            </a:r>
          </a:p>
        </p:txBody>
      </p:sp>
    </p:spTree>
    <p:extLst>
      <p:ext uri="{BB962C8B-B14F-4D97-AF65-F5344CB8AC3E}">
        <p14:creationId xmlns:p14="http://schemas.microsoft.com/office/powerpoint/2010/main" val="4052630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E1DC7-3521-765A-831B-520C5FBB8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chemeClr val="bg1"/>
                </a:solidFill>
              </a:rPr>
              <a:t>Coming up…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F7E9B-CCA2-0978-93D7-D0F8167BD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77111"/>
          </a:xfrm>
        </p:spPr>
        <p:txBody>
          <a:bodyPr/>
          <a:lstStyle/>
          <a:p>
            <a:r>
              <a:rPr lang="en-NZ" dirty="0">
                <a:solidFill>
                  <a:schemeClr val="bg1"/>
                </a:solidFill>
              </a:rPr>
              <a:t>Estimating the prevalence of Aphantasia </a:t>
            </a:r>
          </a:p>
          <a:p>
            <a:r>
              <a:rPr lang="en-NZ" dirty="0">
                <a:solidFill>
                  <a:schemeClr val="bg1"/>
                </a:solidFill>
              </a:rPr>
              <a:t>Manually computing probabilities</a:t>
            </a:r>
          </a:p>
          <a:p>
            <a:r>
              <a:rPr lang="en-NZ" dirty="0">
                <a:solidFill>
                  <a:schemeClr val="bg1"/>
                </a:solidFill>
              </a:rPr>
              <a:t>Writing a simple Bayesian model</a:t>
            </a:r>
          </a:p>
        </p:txBody>
      </p:sp>
    </p:spTree>
    <p:extLst>
      <p:ext uri="{BB962C8B-B14F-4D97-AF65-F5344CB8AC3E}">
        <p14:creationId xmlns:p14="http://schemas.microsoft.com/office/powerpoint/2010/main" val="3806188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09B4C-02CE-6507-F559-09BBECE2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8CF81-E941-359A-79D3-C9A324780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chemeClr val="bg1"/>
                </a:solidFill>
              </a:rPr>
              <a:t>A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63FF4-0D35-566C-444F-41EA789D6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771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NZ" dirty="0">
                <a:solidFill>
                  <a:schemeClr val="bg1"/>
                </a:solidFill>
              </a:rPr>
              <a:t>Bayesian models might seems scary at the beginning, with all those distributions and math symbols. </a:t>
            </a:r>
          </a:p>
          <a:p>
            <a:pPr marL="0" indent="0">
              <a:buNone/>
            </a:pPr>
            <a:endParaRPr lang="en-NZ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NZ" dirty="0">
                <a:solidFill>
                  <a:schemeClr val="bg1"/>
                </a:solidFill>
              </a:rPr>
              <a:t>But, thankfully we don’t have to solve almost any of the math in the background. We just need to </a:t>
            </a:r>
            <a:r>
              <a:rPr lang="en-NZ" b="1" dirty="0">
                <a:solidFill>
                  <a:schemeClr val="bg1"/>
                </a:solidFill>
              </a:rPr>
              <a:t>learn how to express theory into models</a:t>
            </a:r>
            <a:r>
              <a:rPr lang="en-NZ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34536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C8050-2DB9-E537-CCE7-B5202C287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3397E-3B6C-1DEB-F800-B9770AB1C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chemeClr val="bg1"/>
                </a:solidFill>
              </a:rPr>
              <a:t>A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8FB05-B250-94E2-07FB-AEAE36171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771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NZ" dirty="0">
                <a:solidFill>
                  <a:schemeClr val="bg1"/>
                </a:solidFill>
              </a:rPr>
              <a:t>Bayesian models might seems scary at the beginning, with all those distributions and math symbols. </a:t>
            </a:r>
          </a:p>
          <a:p>
            <a:pPr marL="0" indent="0">
              <a:buNone/>
            </a:pPr>
            <a:endParaRPr lang="en-NZ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NZ" dirty="0">
                <a:solidFill>
                  <a:schemeClr val="bg1"/>
                </a:solidFill>
              </a:rPr>
              <a:t>But, thankfully we don’t have to solve almost any of the math in the background. We just need to </a:t>
            </a:r>
            <a:r>
              <a:rPr lang="en-NZ" b="1" dirty="0">
                <a:solidFill>
                  <a:schemeClr val="bg1"/>
                </a:solidFill>
              </a:rPr>
              <a:t>learn how to express theory into models</a:t>
            </a:r>
            <a:r>
              <a:rPr lang="en-NZ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E2162E-AFFA-4485-E229-1C1F0172712B}"/>
              </a:ext>
            </a:extLst>
          </p:cNvPr>
          <p:cNvSpPr txBox="1"/>
          <p:nvPr/>
        </p:nvSpPr>
        <p:spPr>
          <a:xfrm>
            <a:off x="2194052" y="4668551"/>
            <a:ext cx="49847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Last year was bad</a:t>
            </a:r>
            <a:br>
              <a:rPr lang="en-US" i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i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 let myself get</a:t>
            </a:r>
            <a:br>
              <a:rPr lang="en-US" i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i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Sucked in by arithmetic</a:t>
            </a:r>
            <a:endParaRPr lang="en-NZ" i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3629B3-F4C1-4CBF-D6F3-3024BE4828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68" r="15699"/>
          <a:stretch>
            <a:fillRect/>
          </a:stretch>
        </p:blipFill>
        <p:spPr>
          <a:xfrm>
            <a:off x="6229351" y="3737673"/>
            <a:ext cx="3205886" cy="278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006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D3731-3FD8-2679-7C8D-2CD644C09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chemeClr val="bg1"/>
                </a:solidFill>
              </a:rPr>
              <a:t>Aphantasia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7FEC5-9D59-E027-4EFC-2F396862D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Inability to bring images to the “mind’s eye” (Zeman et al., 2015)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Proportion of people with aphantasia is relatively low:</a:t>
            </a:r>
          </a:p>
          <a:p>
            <a:r>
              <a:rPr lang="da-DK" dirty="0">
                <a:solidFill>
                  <a:schemeClr val="bg1"/>
                </a:solidFill>
              </a:rPr>
              <a:t>4.2% undergrad students (Dance et al., 2022) </a:t>
            </a:r>
          </a:p>
          <a:p>
            <a:r>
              <a:rPr lang="da-DK" dirty="0">
                <a:solidFill>
                  <a:schemeClr val="bg1"/>
                </a:solidFill>
              </a:rPr>
              <a:t>0.7% general population (Zeman et al., 2020)</a:t>
            </a:r>
          </a:p>
          <a:p>
            <a:r>
              <a:rPr lang="en-NZ" dirty="0">
                <a:solidFill>
                  <a:schemeClr val="bg1"/>
                </a:solidFill>
              </a:rPr>
              <a:t>4.6% - 14.1% general population (</a:t>
            </a:r>
            <a:r>
              <a:rPr lang="en-NZ" dirty="0" err="1">
                <a:solidFill>
                  <a:schemeClr val="bg1"/>
                </a:solidFill>
              </a:rPr>
              <a:t>Faw</a:t>
            </a:r>
            <a:r>
              <a:rPr lang="en-NZ" dirty="0">
                <a:solidFill>
                  <a:schemeClr val="bg1"/>
                </a:solidFill>
              </a:rPr>
              <a:t>, 2009)</a:t>
            </a:r>
          </a:p>
          <a:p>
            <a:endParaRPr lang="en-NZ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4DC5B4-3DC8-F5D2-066D-00D007753BAE}"/>
              </a:ext>
            </a:extLst>
          </p:cNvPr>
          <p:cNvSpPr/>
          <p:nvPr/>
        </p:nvSpPr>
        <p:spPr>
          <a:xfrm>
            <a:off x="8366760" y="3639312"/>
            <a:ext cx="3703320" cy="3054096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3A2BED-7E6D-CC8E-B6FC-151ED9AACA5E}"/>
              </a:ext>
            </a:extLst>
          </p:cNvPr>
          <p:cNvSpPr txBox="1"/>
          <p:nvPr/>
        </p:nvSpPr>
        <p:spPr>
          <a:xfrm>
            <a:off x="8366760" y="6377459"/>
            <a:ext cx="37033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900" dirty="0">
                <a:solidFill>
                  <a:schemeClr val="bg1"/>
                </a:solidFill>
              </a:rPr>
              <a:t>A red apple as imagined by an </a:t>
            </a:r>
            <a:r>
              <a:rPr lang="en-NZ" sz="900" dirty="0" err="1">
                <a:solidFill>
                  <a:schemeClr val="bg1"/>
                </a:solidFill>
              </a:rPr>
              <a:t>aphantastic</a:t>
            </a:r>
            <a:r>
              <a:rPr lang="en-NZ" sz="900" dirty="0">
                <a:solidFill>
                  <a:schemeClr val="bg1"/>
                </a:solidFill>
              </a:rPr>
              <a:t> person</a:t>
            </a:r>
          </a:p>
        </p:txBody>
      </p:sp>
    </p:spTree>
    <p:extLst>
      <p:ext uri="{BB962C8B-B14F-4D97-AF65-F5344CB8AC3E}">
        <p14:creationId xmlns:p14="http://schemas.microsoft.com/office/powerpoint/2010/main" val="91666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F377-52DC-8AB9-332C-9DEE7678C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chemeClr val="bg1"/>
                </a:solidFill>
              </a:rPr>
              <a:t>Aphantasia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CB7A2-315C-8ADF-0ED0-19072B235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922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Our goal is to estimate the proportion of people with aphantasia. How can we do this?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NZ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027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48974-E4C9-E4F4-CA24-176CAA7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02AF0-7275-F43E-C8A8-9FBC2D732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chemeClr val="bg1"/>
                </a:solidFill>
              </a:rPr>
              <a:t>Aphantasia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2D094-3220-CA65-739C-D5DA17E05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9229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Our goal is to estimate the proportion of people with aphantasia. How can we do this?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 Survey the population (aka sample)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 For every possible </a:t>
            </a:r>
            <a:r>
              <a:rPr lang="en-US" u="sng" dirty="0">
                <a:solidFill>
                  <a:schemeClr val="bg1"/>
                </a:solidFill>
              </a:rPr>
              <a:t>true proportion</a:t>
            </a:r>
            <a:r>
              <a:rPr lang="en-US" dirty="0">
                <a:solidFill>
                  <a:schemeClr val="bg1"/>
                </a:solidFill>
              </a:rPr>
              <a:t> of aphantasia in the population, find how likely the observed data is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We’ll start simple, considering only some possible true proportions before generalizing to the anything from 0 (no one) to 1 (everyone).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The example is an adaptation of the Globe Tossing Model by Richard McElreath</a:t>
            </a:r>
          </a:p>
          <a:p>
            <a:pPr marL="0" indent="0">
              <a:buNone/>
            </a:pPr>
            <a:endParaRPr lang="en-N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393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7F3085D7-CCBF-803A-2902-AFC5F07D93BD}"/>
              </a:ext>
            </a:extLst>
          </p:cNvPr>
          <p:cNvGrpSpPr/>
          <p:nvPr/>
        </p:nvGrpSpPr>
        <p:grpSpPr>
          <a:xfrm>
            <a:off x="1283205" y="5043063"/>
            <a:ext cx="9953246" cy="1216972"/>
            <a:chOff x="1283205" y="5403284"/>
            <a:chExt cx="9953246" cy="1216972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D804E63-7BB7-35F0-6564-41490EDAEF29}"/>
                </a:ext>
              </a:extLst>
            </p:cNvPr>
            <p:cNvGrpSpPr/>
            <p:nvPr/>
          </p:nvGrpSpPr>
          <p:grpSpPr>
            <a:xfrm>
              <a:off x="1283205" y="5403284"/>
              <a:ext cx="9953246" cy="1024598"/>
              <a:chOff x="1283205" y="5403284"/>
              <a:chExt cx="9953246" cy="1024598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80D5A0B-BAC1-4A3C-4D78-4C93FDAF70EE}"/>
                  </a:ext>
                </a:extLst>
              </p:cNvPr>
              <p:cNvGrpSpPr/>
              <p:nvPr/>
            </p:nvGrpSpPr>
            <p:grpSpPr>
              <a:xfrm rot="5400000" flipH="1">
                <a:off x="3661693" y="5392140"/>
                <a:ext cx="595884" cy="618174"/>
                <a:chOff x="475488" y="1595628"/>
                <a:chExt cx="3666744" cy="3803904"/>
              </a:xfrm>
            </p:grpSpPr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A15A06E2-C7B5-6A04-655A-E5D899C1E0E2}"/>
                    </a:ext>
                  </a:extLst>
                </p:cNvPr>
                <p:cNvSpPr/>
                <p:nvPr/>
              </p:nvSpPr>
              <p:spPr>
                <a:xfrm>
                  <a:off x="475488" y="1595628"/>
                  <a:ext cx="3666744" cy="3666744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8" name="Partial Circle 7">
                  <a:extLst>
                    <a:ext uri="{FF2B5EF4-FFF2-40B4-BE49-F238E27FC236}">
                      <a16:creationId xmlns:a16="http://schemas.microsoft.com/office/drawing/2014/main" id="{0D06BFE7-BEC7-93B0-1879-C7BD7B529369}"/>
                    </a:ext>
                  </a:extLst>
                </p:cNvPr>
                <p:cNvSpPr/>
                <p:nvPr/>
              </p:nvSpPr>
              <p:spPr>
                <a:xfrm rot="16200000">
                  <a:off x="406908" y="1664208"/>
                  <a:ext cx="3803904" cy="3666744"/>
                </a:xfrm>
                <a:prstGeom prst="pie">
                  <a:avLst>
                    <a:gd name="adj1" fmla="val 28755"/>
                    <a:gd name="adj2" fmla="val 5418458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7715EE7D-D807-BE61-70AC-BCE824E743FC}"/>
                  </a:ext>
                </a:extLst>
              </p:cNvPr>
              <p:cNvGrpSpPr/>
              <p:nvPr/>
            </p:nvGrpSpPr>
            <p:grpSpPr>
              <a:xfrm rot="10800000" flipH="1">
                <a:off x="5995415" y="5403286"/>
                <a:ext cx="595884" cy="595884"/>
                <a:chOff x="4916424" y="1690688"/>
                <a:chExt cx="3666744" cy="3666744"/>
              </a:xfrm>
            </p:grpSpPr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68197809-720C-1A1F-4DE7-0A96FA5BCEFB}"/>
                    </a:ext>
                  </a:extLst>
                </p:cNvPr>
                <p:cNvSpPr/>
                <p:nvPr/>
              </p:nvSpPr>
              <p:spPr>
                <a:xfrm>
                  <a:off x="4916424" y="1690688"/>
                  <a:ext cx="3666744" cy="3666744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12" name="Partial Circle 11">
                  <a:extLst>
                    <a:ext uri="{FF2B5EF4-FFF2-40B4-BE49-F238E27FC236}">
                      <a16:creationId xmlns:a16="http://schemas.microsoft.com/office/drawing/2014/main" id="{F97D340D-1936-6F36-256A-899F89533773}"/>
                    </a:ext>
                  </a:extLst>
                </p:cNvPr>
                <p:cNvSpPr/>
                <p:nvPr/>
              </p:nvSpPr>
              <p:spPr>
                <a:xfrm rot="16200000">
                  <a:off x="4916424" y="1690688"/>
                  <a:ext cx="3666744" cy="3666744"/>
                </a:xfrm>
                <a:prstGeom prst="pie">
                  <a:avLst>
                    <a:gd name="adj1" fmla="val 28755"/>
                    <a:gd name="adj2" fmla="val 10825612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30257B6B-D523-BD63-080A-1393AE78CBD4}"/>
                  </a:ext>
                </a:extLst>
              </p:cNvPr>
              <p:cNvGrpSpPr/>
              <p:nvPr/>
            </p:nvGrpSpPr>
            <p:grpSpPr>
              <a:xfrm rot="16200000" flipH="1">
                <a:off x="8317991" y="5403286"/>
                <a:ext cx="595884" cy="595884"/>
                <a:chOff x="8145780" y="1528572"/>
                <a:chExt cx="3666744" cy="3666744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5FD147C4-FE6D-A9E7-F664-E34373FA41B3}"/>
                    </a:ext>
                  </a:extLst>
                </p:cNvPr>
                <p:cNvSpPr/>
                <p:nvPr/>
              </p:nvSpPr>
              <p:spPr>
                <a:xfrm>
                  <a:off x="8145780" y="1528572"/>
                  <a:ext cx="3666744" cy="3666744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16" name="Partial Circle 15">
                  <a:extLst>
                    <a:ext uri="{FF2B5EF4-FFF2-40B4-BE49-F238E27FC236}">
                      <a16:creationId xmlns:a16="http://schemas.microsoft.com/office/drawing/2014/main" id="{A175E05F-5F89-8DDF-0493-608C9F1137F3}"/>
                    </a:ext>
                  </a:extLst>
                </p:cNvPr>
                <p:cNvSpPr/>
                <p:nvPr/>
              </p:nvSpPr>
              <p:spPr>
                <a:xfrm rot="16200000">
                  <a:off x="8145780" y="1528572"/>
                  <a:ext cx="3666744" cy="3666744"/>
                </a:xfrm>
                <a:prstGeom prst="pie">
                  <a:avLst>
                    <a:gd name="adj1" fmla="val 28755"/>
                    <a:gd name="adj2" fmla="val 16212288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FD2D618-6E08-F4FD-1DD6-B4AE21D4C822}"/>
                  </a:ext>
                </a:extLst>
              </p:cNvPr>
              <p:cNvSpPr/>
              <p:nvPr/>
            </p:nvSpPr>
            <p:spPr>
              <a:xfrm flipH="1">
                <a:off x="10640567" y="5403286"/>
                <a:ext cx="595884" cy="595884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21FA47-7B01-30DD-7543-CF71556DEE3A}"/>
                  </a:ext>
                </a:extLst>
              </p:cNvPr>
              <p:cNvSpPr/>
              <p:nvPr/>
            </p:nvSpPr>
            <p:spPr>
              <a:xfrm flipH="1">
                <a:off x="1362734" y="5403285"/>
                <a:ext cx="595884" cy="5958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A02903-0624-E9E3-8BAB-11110A2C191F}"/>
                  </a:ext>
                </a:extLst>
              </p:cNvPr>
              <p:cNvSpPr txBox="1"/>
              <p:nvPr/>
            </p:nvSpPr>
            <p:spPr>
              <a:xfrm>
                <a:off x="1283205" y="6058550"/>
                <a:ext cx="7299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NZ" dirty="0">
                    <a:solidFill>
                      <a:schemeClr val="bg1"/>
                    </a:solidFill>
                  </a:rPr>
                  <a:t>0.00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878796F-036C-70D2-00E4-B3A863F843DD}"/>
                  </a:ext>
                </a:extLst>
              </p:cNvPr>
              <p:cNvSpPr txBox="1"/>
              <p:nvPr/>
            </p:nvSpPr>
            <p:spPr>
              <a:xfrm>
                <a:off x="3594636" y="6058550"/>
                <a:ext cx="7299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NZ" dirty="0">
                    <a:solidFill>
                      <a:schemeClr val="bg1"/>
                    </a:solidFill>
                  </a:rPr>
                  <a:t>0.25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7BEBF16-94D7-325B-CF87-83715D767834}"/>
                  </a:ext>
                </a:extLst>
              </p:cNvPr>
              <p:cNvSpPr txBox="1"/>
              <p:nvPr/>
            </p:nvSpPr>
            <p:spPr>
              <a:xfrm>
                <a:off x="5938264" y="6058550"/>
                <a:ext cx="710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NZ" dirty="0">
                    <a:solidFill>
                      <a:schemeClr val="bg1"/>
                    </a:solidFill>
                  </a:rPr>
                  <a:t>0.50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59CCEA-FFF6-7B9E-9C15-386A23CEB7ED}"/>
                  </a:ext>
                </a:extLst>
              </p:cNvPr>
              <p:cNvSpPr txBox="1"/>
              <p:nvPr/>
            </p:nvSpPr>
            <p:spPr>
              <a:xfrm>
                <a:off x="8250935" y="6058550"/>
                <a:ext cx="7299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NZ" dirty="0">
                    <a:solidFill>
                      <a:schemeClr val="bg1"/>
                    </a:solidFill>
                  </a:rPr>
                  <a:t>0.75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EB64EC8-104E-096A-2346-2AA4A25D5DBB}"/>
                  </a:ext>
                </a:extLst>
              </p:cNvPr>
              <p:cNvSpPr txBox="1"/>
              <p:nvPr/>
            </p:nvSpPr>
            <p:spPr>
              <a:xfrm>
                <a:off x="10383489" y="6058550"/>
                <a:ext cx="8529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NZ" dirty="0">
                    <a:solidFill>
                      <a:schemeClr val="bg1"/>
                    </a:solidFill>
                  </a:rPr>
                  <a:t>1.00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7A3AE5AE-C944-FFBC-BE07-2EF52968F934}"/>
                  </a:ext>
                </a:extLst>
              </p:cNvPr>
              <p:cNvGrpSpPr/>
              <p:nvPr/>
            </p:nvGrpSpPr>
            <p:grpSpPr>
              <a:xfrm rot="5400000" flipH="1">
                <a:off x="2500404" y="5392140"/>
                <a:ext cx="595884" cy="618174"/>
                <a:chOff x="475488" y="1595628"/>
                <a:chExt cx="3666744" cy="3803904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F2A4AD9B-9D8D-E45E-C6A8-6AA7F1E876C8}"/>
                    </a:ext>
                  </a:extLst>
                </p:cNvPr>
                <p:cNvSpPr/>
                <p:nvPr/>
              </p:nvSpPr>
              <p:spPr>
                <a:xfrm>
                  <a:off x="475488" y="1595628"/>
                  <a:ext cx="3666744" cy="3666744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44" name="Partial Circle 43">
                  <a:extLst>
                    <a:ext uri="{FF2B5EF4-FFF2-40B4-BE49-F238E27FC236}">
                      <a16:creationId xmlns:a16="http://schemas.microsoft.com/office/drawing/2014/main" id="{67B4C24E-1260-3542-B5EE-7F081A31E8E1}"/>
                    </a:ext>
                  </a:extLst>
                </p:cNvPr>
                <p:cNvSpPr/>
                <p:nvPr/>
              </p:nvSpPr>
              <p:spPr>
                <a:xfrm rot="16200000">
                  <a:off x="406908" y="1664208"/>
                  <a:ext cx="3803904" cy="3666744"/>
                </a:xfrm>
                <a:prstGeom prst="pie">
                  <a:avLst>
                    <a:gd name="adj1" fmla="val 2383320"/>
                    <a:gd name="adj2" fmla="val 5418458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9F415F75-2D73-F177-4217-8978894A6B0F}"/>
                  </a:ext>
                </a:extLst>
              </p:cNvPr>
              <p:cNvGrpSpPr/>
              <p:nvPr/>
            </p:nvGrpSpPr>
            <p:grpSpPr>
              <a:xfrm rot="5400000" flipH="1">
                <a:off x="4845270" y="5392140"/>
                <a:ext cx="595884" cy="618174"/>
                <a:chOff x="475488" y="1595628"/>
                <a:chExt cx="3666744" cy="3803904"/>
              </a:xfrm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853003DC-EF59-CB5C-E531-CECB8B6C46DA}"/>
                    </a:ext>
                  </a:extLst>
                </p:cNvPr>
                <p:cNvSpPr/>
                <p:nvPr/>
              </p:nvSpPr>
              <p:spPr>
                <a:xfrm>
                  <a:off x="475488" y="1595628"/>
                  <a:ext cx="3666744" cy="3666744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47" name="Partial Circle 46">
                  <a:extLst>
                    <a:ext uri="{FF2B5EF4-FFF2-40B4-BE49-F238E27FC236}">
                      <a16:creationId xmlns:a16="http://schemas.microsoft.com/office/drawing/2014/main" id="{97CF244D-6BF1-6164-E174-A20873F6F4C5}"/>
                    </a:ext>
                  </a:extLst>
                </p:cNvPr>
                <p:cNvSpPr/>
                <p:nvPr/>
              </p:nvSpPr>
              <p:spPr>
                <a:xfrm rot="16200000">
                  <a:off x="406908" y="1664208"/>
                  <a:ext cx="3803904" cy="3666744"/>
                </a:xfrm>
                <a:prstGeom prst="pie">
                  <a:avLst>
                    <a:gd name="adj1" fmla="val 18731689"/>
                    <a:gd name="adj2" fmla="val 5418458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4D87B0F-264E-8F0F-13B3-C6B9AC28C97B}"/>
                  </a:ext>
                </a:extLst>
              </p:cNvPr>
              <p:cNvGrpSpPr/>
              <p:nvPr/>
            </p:nvGrpSpPr>
            <p:grpSpPr>
              <a:xfrm rot="16200000" flipH="1">
                <a:off x="7156703" y="5403285"/>
                <a:ext cx="595884" cy="595884"/>
                <a:chOff x="8145780" y="1528572"/>
                <a:chExt cx="3666744" cy="3666744"/>
              </a:xfrm>
            </p:grpSpPr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235C9B17-92BD-CA7C-0FA9-1C08B16CC506}"/>
                    </a:ext>
                  </a:extLst>
                </p:cNvPr>
                <p:cNvSpPr/>
                <p:nvPr/>
              </p:nvSpPr>
              <p:spPr>
                <a:xfrm>
                  <a:off x="8145780" y="1528572"/>
                  <a:ext cx="3666744" cy="3666744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53" name="Partial Circle 52">
                  <a:extLst>
                    <a:ext uri="{FF2B5EF4-FFF2-40B4-BE49-F238E27FC236}">
                      <a16:creationId xmlns:a16="http://schemas.microsoft.com/office/drawing/2014/main" id="{6AE7A4B4-C8C9-B361-9310-AEA19D7B9FCE}"/>
                    </a:ext>
                  </a:extLst>
                </p:cNvPr>
                <p:cNvSpPr/>
                <p:nvPr/>
              </p:nvSpPr>
              <p:spPr>
                <a:xfrm rot="16200000">
                  <a:off x="8145780" y="1528572"/>
                  <a:ext cx="3666744" cy="3666744"/>
                </a:xfrm>
                <a:prstGeom prst="pie">
                  <a:avLst>
                    <a:gd name="adj1" fmla="val 2132216"/>
                    <a:gd name="adj2" fmla="val 16212288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B6E6D2EB-BE11-8CEB-FAF5-16FE7C1CD963}"/>
                  </a:ext>
                </a:extLst>
              </p:cNvPr>
              <p:cNvGrpSpPr/>
              <p:nvPr/>
            </p:nvGrpSpPr>
            <p:grpSpPr>
              <a:xfrm rot="16200000" flipH="1">
                <a:off x="9479279" y="5403284"/>
                <a:ext cx="595884" cy="595884"/>
                <a:chOff x="8145780" y="1528572"/>
                <a:chExt cx="3666744" cy="3666744"/>
              </a:xfrm>
            </p:grpSpPr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01245E36-E7C1-C581-3816-C49C9EBB2377}"/>
                    </a:ext>
                  </a:extLst>
                </p:cNvPr>
                <p:cNvSpPr/>
                <p:nvPr/>
              </p:nvSpPr>
              <p:spPr>
                <a:xfrm>
                  <a:off x="8145780" y="1528572"/>
                  <a:ext cx="3666744" cy="3666744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56" name="Partial Circle 55">
                  <a:extLst>
                    <a:ext uri="{FF2B5EF4-FFF2-40B4-BE49-F238E27FC236}">
                      <a16:creationId xmlns:a16="http://schemas.microsoft.com/office/drawing/2014/main" id="{18D063D7-7B47-3D51-AD43-42C2E8068EC2}"/>
                    </a:ext>
                  </a:extLst>
                </p:cNvPr>
                <p:cNvSpPr/>
                <p:nvPr/>
              </p:nvSpPr>
              <p:spPr>
                <a:xfrm rot="16200000">
                  <a:off x="8145780" y="1528572"/>
                  <a:ext cx="3666744" cy="3666744"/>
                </a:xfrm>
                <a:prstGeom prst="pie">
                  <a:avLst>
                    <a:gd name="adj1" fmla="val 19080414"/>
                    <a:gd name="adj2" fmla="val 16212288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>
                    <a:solidFill>
                      <a:schemeClr val="tx1"/>
                    </a:solidFill>
                  </a:endParaRPr>
                </a:p>
              </p:txBody>
            </p:sp>
          </p:grp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5D2BDF7F-B40B-ED7D-8EB9-AEB2E777D8E6}"/>
                </a:ext>
              </a:extLst>
            </p:cNvPr>
            <p:cNvCxnSpPr/>
            <p:nvPr/>
          </p:nvCxnSpPr>
          <p:spPr>
            <a:xfrm>
              <a:off x="1648203" y="6620256"/>
              <a:ext cx="9425181" cy="0"/>
            </a:xfrm>
            <a:prstGeom prst="straightConnector1">
              <a:avLst/>
            </a:prstGeom>
            <a:ln w="38100">
              <a:gradFill flip="none" rotWithShape="1">
                <a:gsLst>
                  <a:gs pos="13000">
                    <a:schemeClr val="tx1">
                      <a:lumMod val="75000"/>
                      <a:lumOff val="25000"/>
                    </a:schemeClr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2FDF438-2992-4E3E-28D6-5F2C2FF53E88}"/>
              </a:ext>
            </a:extLst>
          </p:cNvPr>
          <p:cNvSpPr txBox="1"/>
          <p:nvPr/>
        </p:nvSpPr>
        <p:spPr>
          <a:xfrm>
            <a:off x="1648203" y="6456218"/>
            <a:ext cx="942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Possible proportion of aphantasia in the population [</a:t>
            </a:r>
            <a:r>
              <a:rPr lang="en-NZ" dirty="0" err="1">
                <a:solidFill>
                  <a:schemeClr val="bg1"/>
                </a:solidFill>
              </a:rPr>
              <a:t>P_prop</a:t>
            </a:r>
            <a:r>
              <a:rPr lang="en-NZ" dirty="0">
                <a:solidFill>
                  <a:schemeClr val="bg1"/>
                </a:solidFill>
              </a:rPr>
              <a:t>]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0BA968E-DC9F-55CB-7A6A-CDB60A00F68C}"/>
              </a:ext>
            </a:extLst>
          </p:cNvPr>
          <p:cNvGrpSpPr/>
          <p:nvPr/>
        </p:nvGrpSpPr>
        <p:grpSpPr>
          <a:xfrm>
            <a:off x="1057306" y="790339"/>
            <a:ext cx="10077388" cy="595884"/>
            <a:chOff x="995996" y="1830140"/>
            <a:chExt cx="10077388" cy="595884"/>
          </a:xfrm>
        </p:grpSpPr>
        <p:pic>
          <p:nvPicPr>
            <p:cNvPr id="65" name="Graphic 64" descr="User with solid fill">
              <a:extLst>
                <a:ext uri="{FF2B5EF4-FFF2-40B4-BE49-F238E27FC236}">
                  <a16:creationId xmlns:a16="http://schemas.microsoft.com/office/drawing/2014/main" id="{7C11E440-6AAD-2ED6-F5BF-1AB1BE6AFF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489185" y="1830140"/>
              <a:ext cx="595884" cy="595884"/>
            </a:xfrm>
            <a:prstGeom prst="rect">
              <a:avLst/>
            </a:prstGeom>
          </p:spPr>
        </p:pic>
        <p:pic>
          <p:nvPicPr>
            <p:cNvPr id="66" name="Graphic 65" descr="User with solid fill">
              <a:extLst>
                <a:ext uri="{FF2B5EF4-FFF2-40B4-BE49-F238E27FC236}">
                  <a16:creationId xmlns:a16="http://schemas.microsoft.com/office/drawing/2014/main" id="{349C6D17-D040-D7DC-ABDB-7A3FB6BDE1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88212" y="1830140"/>
              <a:ext cx="595884" cy="595884"/>
            </a:xfrm>
            <a:prstGeom prst="rect">
              <a:avLst/>
            </a:prstGeom>
          </p:spPr>
        </p:pic>
        <p:pic>
          <p:nvPicPr>
            <p:cNvPr id="67" name="Graphic 66" descr="User with solid fill">
              <a:extLst>
                <a:ext uri="{FF2B5EF4-FFF2-40B4-BE49-F238E27FC236}">
                  <a16:creationId xmlns:a16="http://schemas.microsoft.com/office/drawing/2014/main" id="{7C18809D-70CB-F2D9-1855-73A89AC92F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87239" y="1830140"/>
              <a:ext cx="595884" cy="595884"/>
            </a:xfrm>
            <a:prstGeom prst="rect">
              <a:avLst/>
            </a:prstGeom>
          </p:spPr>
        </p:pic>
        <p:pic>
          <p:nvPicPr>
            <p:cNvPr id="68" name="Graphic 67" descr="User with solid fill">
              <a:extLst>
                <a:ext uri="{FF2B5EF4-FFF2-40B4-BE49-F238E27FC236}">
                  <a16:creationId xmlns:a16="http://schemas.microsoft.com/office/drawing/2014/main" id="{33CBFF8D-F056-BBD9-AEB5-ED0A0DEDB3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86266" y="1830140"/>
              <a:ext cx="595884" cy="595884"/>
            </a:xfrm>
            <a:prstGeom prst="rect">
              <a:avLst/>
            </a:prstGeom>
          </p:spPr>
        </p:pic>
        <p:pic>
          <p:nvPicPr>
            <p:cNvPr id="69" name="Graphic 68" descr="User with solid fill">
              <a:extLst>
                <a:ext uri="{FF2B5EF4-FFF2-40B4-BE49-F238E27FC236}">
                  <a16:creationId xmlns:a16="http://schemas.microsoft.com/office/drawing/2014/main" id="{677D3F0B-AF13-423A-7F11-DF2560A213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85293" y="1830140"/>
              <a:ext cx="595884" cy="595884"/>
            </a:xfrm>
            <a:prstGeom prst="rect">
              <a:avLst/>
            </a:prstGeom>
          </p:spPr>
        </p:pic>
        <p:pic>
          <p:nvPicPr>
            <p:cNvPr id="70" name="Graphic 69" descr="User with solid fill">
              <a:extLst>
                <a:ext uri="{FF2B5EF4-FFF2-40B4-BE49-F238E27FC236}">
                  <a16:creationId xmlns:a16="http://schemas.microsoft.com/office/drawing/2014/main" id="{DE58FEAC-4A11-EDE1-ACF5-5649535ABD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84320" y="1830140"/>
              <a:ext cx="595884" cy="595884"/>
            </a:xfrm>
            <a:prstGeom prst="rect">
              <a:avLst/>
            </a:prstGeom>
          </p:spPr>
        </p:pic>
        <p:pic>
          <p:nvPicPr>
            <p:cNvPr id="71" name="Graphic 70" descr="User with solid fill">
              <a:extLst>
                <a:ext uri="{FF2B5EF4-FFF2-40B4-BE49-F238E27FC236}">
                  <a16:creationId xmlns:a16="http://schemas.microsoft.com/office/drawing/2014/main" id="{F07A9973-F3D9-2469-6FF0-0E27A5B776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83347" y="1830140"/>
              <a:ext cx="595884" cy="595884"/>
            </a:xfrm>
            <a:prstGeom prst="rect">
              <a:avLst/>
            </a:prstGeom>
          </p:spPr>
        </p:pic>
        <p:pic>
          <p:nvPicPr>
            <p:cNvPr id="72" name="Graphic 71" descr="User with solid fill">
              <a:extLst>
                <a:ext uri="{FF2B5EF4-FFF2-40B4-BE49-F238E27FC236}">
                  <a16:creationId xmlns:a16="http://schemas.microsoft.com/office/drawing/2014/main" id="{4B255575-5537-C4F5-C280-5315D42EFE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82374" y="1830140"/>
              <a:ext cx="595884" cy="595884"/>
            </a:xfrm>
            <a:prstGeom prst="rect">
              <a:avLst/>
            </a:prstGeom>
          </p:spPr>
        </p:pic>
        <p:pic>
          <p:nvPicPr>
            <p:cNvPr id="73" name="Graphic 72" descr="User with solid fill">
              <a:extLst>
                <a:ext uri="{FF2B5EF4-FFF2-40B4-BE49-F238E27FC236}">
                  <a16:creationId xmlns:a16="http://schemas.microsoft.com/office/drawing/2014/main" id="{38BC7E89-536C-C1D7-3032-3C86210767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81401" y="1830140"/>
              <a:ext cx="595884" cy="595884"/>
            </a:xfrm>
            <a:prstGeom prst="rect">
              <a:avLst/>
            </a:prstGeom>
          </p:spPr>
        </p:pic>
        <p:pic>
          <p:nvPicPr>
            <p:cNvPr id="74" name="Graphic 73" descr="User with solid fill">
              <a:extLst>
                <a:ext uri="{FF2B5EF4-FFF2-40B4-BE49-F238E27FC236}">
                  <a16:creationId xmlns:a16="http://schemas.microsoft.com/office/drawing/2014/main" id="{42DF8720-9005-454F-1975-86C9F81F5B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980428" y="1830140"/>
              <a:ext cx="595884" cy="595884"/>
            </a:xfrm>
            <a:prstGeom prst="rect">
              <a:avLst/>
            </a:prstGeom>
          </p:spPr>
        </p:pic>
        <p:pic>
          <p:nvPicPr>
            <p:cNvPr id="75" name="Graphic 74" descr="User with solid fill">
              <a:extLst>
                <a:ext uri="{FF2B5EF4-FFF2-40B4-BE49-F238E27FC236}">
                  <a16:creationId xmlns:a16="http://schemas.microsoft.com/office/drawing/2014/main" id="{58310D03-4CF8-551D-4621-57930832A7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79455" y="1830140"/>
              <a:ext cx="595884" cy="595884"/>
            </a:xfrm>
            <a:prstGeom prst="rect">
              <a:avLst/>
            </a:prstGeom>
          </p:spPr>
        </p:pic>
        <p:pic>
          <p:nvPicPr>
            <p:cNvPr id="76" name="Graphic 75" descr="User with solid fill">
              <a:extLst>
                <a:ext uri="{FF2B5EF4-FFF2-40B4-BE49-F238E27FC236}">
                  <a16:creationId xmlns:a16="http://schemas.microsoft.com/office/drawing/2014/main" id="{73C22E40-9594-C925-B5D3-76BE7EE1EE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78482" y="1830140"/>
              <a:ext cx="595884" cy="595884"/>
            </a:xfrm>
            <a:prstGeom prst="rect">
              <a:avLst/>
            </a:prstGeom>
          </p:spPr>
        </p:pic>
        <p:pic>
          <p:nvPicPr>
            <p:cNvPr id="77" name="Graphic 76" descr="User with solid fill">
              <a:extLst>
                <a:ext uri="{FF2B5EF4-FFF2-40B4-BE49-F238E27FC236}">
                  <a16:creationId xmlns:a16="http://schemas.microsoft.com/office/drawing/2014/main" id="{41C31A12-D26B-4F68-B215-52C78BE9B9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477500" y="1830140"/>
              <a:ext cx="595884" cy="595884"/>
            </a:xfrm>
            <a:prstGeom prst="rect">
              <a:avLst/>
            </a:prstGeom>
          </p:spPr>
        </p:pic>
        <p:pic>
          <p:nvPicPr>
            <p:cNvPr id="78" name="Graphic 77" descr="User with solid fill">
              <a:extLst>
                <a:ext uri="{FF2B5EF4-FFF2-40B4-BE49-F238E27FC236}">
                  <a16:creationId xmlns:a16="http://schemas.microsoft.com/office/drawing/2014/main" id="{2FAB256A-4AFD-92A1-4849-5CCB774E02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5996" y="1830140"/>
              <a:ext cx="595884" cy="595884"/>
            </a:xfrm>
            <a:prstGeom prst="rect">
              <a:avLst/>
            </a:prstGeom>
          </p:spPr>
        </p:pic>
        <p:pic>
          <p:nvPicPr>
            <p:cNvPr id="79" name="Graphic 78" descr="User with solid fill">
              <a:extLst>
                <a:ext uri="{FF2B5EF4-FFF2-40B4-BE49-F238E27FC236}">
                  <a16:creationId xmlns:a16="http://schemas.microsoft.com/office/drawing/2014/main" id="{C1DC9DD9-E7A3-AEBC-B586-FE2522853C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95023" y="1830140"/>
              <a:ext cx="595884" cy="595884"/>
            </a:xfrm>
            <a:prstGeom prst="rect">
              <a:avLst/>
            </a:prstGeom>
          </p:spPr>
        </p:pic>
        <p:pic>
          <p:nvPicPr>
            <p:cNvPr id="80" name="Graphic 79" descr="User with solid fill">
              <a:extLst>
                <a:ext uri="{FF2B5EF4-FFF2-40B4-BE49-F238E27FC236}">
                  <a16:creationId xmlns:a16="http://schemas.microsoft.com/office/drawing/2014/main" id="{116D010C-6343-52F1-AB39-9EBE0231D7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94050" y="1830140"/>
              <a:ext cx="595884" cy="595884"/>
            </a:xfrm>
            <a:prstGeom prst="rect">
              <a:avLst/>
            </a:prstGeom>
          </p:spPr>
        </p:pic>
        <p:pic>
          <p:nvPicPr>
            <p:cNvPr id="81" name="Graphic 80" descr="User with solid fill">
              <a:extLst>
                <a:ext uri="{FF2B5EF4-FFF2-40B4-BE49-F238E27FC236}">
                  <a16:creationId xmlns:a16="http://schemas.microsoft.com/office/drawing/2014/main" id="{CA2E9345-F4BA-27FE-839C-E0B57BEA8B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93077" y="1830140"/>
              <a:ext cx="595884" cy="595884"/>
            </a:xfrm>
            <a:prstGeom prst="rect">
              <a:avLst/>
            </a:prstGeom>
          </p:spPr>
        </p:pic>
        <p:pic>
          <p:nvPicPr>
            <p:cNvPr id="82" name="Graphic 81" descr="User with solid fill">
              <a:extLst>
                <a:ext uri="{FF2B5EF4-FFF2-40B4-BE49-F238E27FC236}">
                  <a16:creationId xmlns:a16="http://schemas.microsoft.com/office/drawing/2014/main" id="{A318FBF4-D74F-78A2-A241-A1C97D2420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2104" y="1830140"/>
              <a:ext cx="595884" cy="595884"/>
            </a:xfrm>
            <a:prstGeom prst="rect">
              <a:avLst/>
            </a:prstGeom>
          </p:spPr>
        </p:pic>
        <p:pic>
          <p:nvPicPr>
            <p:cNvPr id="83" name="Graphic 82" descr="User with solid fill">
              <a:extLst>
                <a:ext uri="{FF2B5EF4-FFF2-40B4-BE49-F238E27FC236}">
                  <a16:creationId xmlns:a16="http://schemas.microsoft.com/office/drawing/2014/main" id="{41C2E1EC-5CA0-8CB8-A12D-BB88DB8AFF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91131" y="1830140"/>
              <a:ext cx="595884" cy="595884"/>
            </a:xfrm>
            <a:prstGeom prst="rect">
              <a:avLst/>
            </a:prstGeom>
          </p:spPr>
        </p:pic>
        <p:pic>
          <p:nvPicPr>
            <p:cNvPr id="84" name="Graphic 83" descr="User with solid fill">
              <a:extLst>
                <a:ext uri="{FF2B5EF4-FFF2-40B4-BE49-F238E27FC236}">
                  <a16:creationId xmlns:a16="http://schemas.microsoft.com/office/drawing/2014/main" id="{BD85D993-3289-60D2-1F17-1BCCE1E116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90158" y="1830140"/>
              <a:ext cx="595884" cy="595884"/>
            </a:xfrm>
            <a:prstGeom prst="rect">
              <a:avLst/>
            </a:prstGeom>
          </p:spPr>
        </p:pic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9A56567F-E926-EDF1-174C-2F34A6ED6FDD}"/>
              </a:ext>
            </a:extLst>
          </p:cNvPr>
          <p:cNvSpPr txBox="1"/>
          <p:nvPr/>
        </p:nvSpPr>
        <p:spPr>
          <a:xfrm>
            <a:off x="176475" y="903615"/>
            <a:ext cx="880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Survey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A39E1A8-BB0F-2284-317D-94BBB9D77022}"/>
              </a:ext>
            </a:extLst>
          </p:cNvPr>
          <p:cNvCxnSpPr>
            <a:cxnSpLocks/>
          </p:cNvCxnSpPr>
          <p:nvPr/>
        </p:nvCxnSpPr>
        <p:spPr>
          <a:xfrm flipV="1">
            <a:off x="1660676" y="1407879"/>
            <a:ext cx="3861318" cy="349663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F888BA78-09D3-3C33-4E3D-216EB4FBFFDD}"/>
              </a:ext>
            </a:extLst>
          </p:cNvPr>
          <p:cNvSpPr txBox="1"/>
          <p:nvPr/>
        </p:nvSpPr>
        <p:spPr>
          <a:xfrm rot="19095776">
            <a:off x="951495" y="2981473"/>
            <a:ext cx="49411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1050" dirty="0">
                <a:solidFill>
                  <a:schemeClr val="bg1"/>
                </a:solidFill>
              </a:rPr>
              <a:t>Probability </a:t>
            </a:r>
            <a:r>
              <a:rPr lang="en-NZ" sz="1050" dirty="0" err="1">
                <a:solidFill>
                  <a:schemeClr val="bg1"/>
                </a:solidFill>
              </a:rPr>
              <a:t>P_prop</a:t>
            </a:r>
            <a:r>
              <a:rPr lang="en-NZ" sz="1050" dirty="0">
                <a:solidFill>
                  <a:schemeClr val="bg1"/>
                </a:solidFill>
              </a:rPr>
              <a:t> = 0.00 to generate sample? 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46D57A4-58FC-2DF2-700D-69743A5EE891}"/>
              </a:ext>
            </a:extLst>
          </p:cNvPr>
          <p:cNvCxnSpPr>
            <a:cxnSpLocks/>
          </p:cNvCxnSpPr>
          <p:nvPr/>
        </p:nvCxnSpPr>
        <p:spPr>
          <a:xfrm flipV="1">
            <a:off x="3970780" y="1567364"/>
            <a:ext cx="1756719" cy="3396524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019BF6CF-4B99-1575-5E54-43A0845C938B}"/>
              </a:ext>
            </a:extLst>
          </p:cNvPr>
          <p:cNvSpPr txBox="1"/>
          <p:nvPr/>
        </p:nvSpPr>
        <p:spPr>
          <a:xfrm rot="17875510">
            <a:off x="2841377" y="3085988"/>
            <a:ext cx="3773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1050" dirty="0">
                <a:solidFill>
                  <a:schemeClr val="bg1"/>
                </a:solidFill>
              </a:rPr>
              <a:t>Probability </a:t>
            </a:r>
            <a:r>
              <a:rPr lang="en-NZ" sz="1050" dirty="0" err="1">
                <a:solidFill>
                  <a:schemeClr val="bg1"/>
                </a:solidFill>
              </a:rPr>
              <a:t>P_prop</a:t>
            </a:r>
            <a:r>
              <a:rPr lang="en-NZ" sz="1050" dirty="0">
                <a:solidFill>
                  <a:schemeClr val="bg1"/>
                </a:solidFill>
              </a:rPr>
              <a:t> = 0.25 to generate sample? 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0A972D2-764C-C3F2-A031-96A438F93D28}"/>
              </a:ext>
            </a:extLst>
          </p:cNvPr>
          <p:cNvCxnSpPr>
            <a:cxnSpLocks/>
          </p:cNvCxnSpPr>
          <p:nvPr/>
        </p:nvCxnSpPr>
        <p:spPr>
          <a:xfrm flipV="1">
            <a:off x="6293356" y="1567364"/>
            <a:ext cx="0" cy="3396524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B9099B73-6BDC-9341-7D31-ECE1BB4BC4DE}"/>
              </a:ext>
            </a:extLst>
          </p:cNvPr>
          <p:cNvSpPr txBox="1"/>
          <p:nvPr/>
        </p:nvSpPr>
        <p:spPr>
          <a:xfrm rot="16200000">
            <a:off x="4436273" y="3144720"/>
            <a:ext cx="341632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NZ" sz="1050" dirty="0">
                <a:solidFill>
                  <a:schemeClr val="bg1"/>
                </a:solidFill>
              </a:rPr>
              <a:t>Probability </a:t>
            </a:r>
            <a:r>
              <a:rPr lang="en-NZ" sz="1050" dirty="0" err="1">
                <a:solidFill>
                  <a:schemeClr val="bg1"/>
                </a:solidFill>
              </a:rPr>
              <a:t>P_prop</a:t>
            </a:r>
            <a:r>
              <a:rPr lang="en-NZ" sz="1050" dirty="0">
                <a:solidFill>
                  <a:schemeClr val="bg1"/>
                </a:solidFill>
              </a:rPr>
              <a:t> = 0.50 to generate sample? 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C4238B9-85BD-CB9F-C14A-6DFCF7571C1C}"/>
              </a:ext>
            </a:extLst>
          </p:cNvPr>
          <p:cNvCxnSpPr>
            <a:cxnSpLocks/>
          </p:cNvCxnSpPr>
          <p:nvPr/>
        </p:nvCxnSpPr>
        <p:spPr>
          <a:xfrm flipH="1" flipV="1">
            <a:off x="6844545" y="1487055"/>
            <a:ext cx="1771388" cy="349663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28C5AAA7-A64B-C311-DC1E-74170E8AD2A8}"/>
              </a:ext>
            </a:extLst>
          </p:cNvPr>
          <p:cNvCxnSpPr>
            <a:cxnSpLocks/>
          </p:cNvCxnSpPr>
          <p:nvPr/>
        </p:nvCxnSpPr>
        <p:spPr>
          <a:xfrm flipH="1" flipV="1">
            <a:off x="7156702" y="1386223"/>
            <a:ext cx="3782545" cy="3597462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781A54D6-08B6-80CE-2454-10948E75FEB4}"/>
              </a:ext>
            </a:extLst>
          </p:cNvPr>
          <p:cNvSpPr txBox="1"/>
          <p:nvPr/>
        </p:nvSpPr>
        <p:spPr>
          <a:xfrm rot="3786251">
            <a:off x="5946004" y="3073011"/>
            <a:ext cx="3773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1050" dirty="0">
                <a:solidFill>
                  <a:schemeClr val="bg1"/>
                </a:solidFill>
              </a:rPr>
              <a:t>Probability </a:t>
            </a:r>
            <a:r>
              <a:rPr lang="en-NZ" sz="1050" dirty="0" err="1">
                <a:solidFill>
                  <a:schemeClr val="bg1"/>
                </a:solidFill>
              </a:rPr>
              <a:t>P_prop</a:t>
            </a:r>
            <a:r>
              <a:rPr lang="en-NZ" sz="1050" dirty="0">
                <a:solidFill>
                  <a:schemeClr val="bg1"/>
                </a:solidFill>
              </a:rPr>
              <a:t> = 0.75 to generate sample? 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CB7B419-C710-E44E-016E-67E348CE2886}"/>
              </a:ext>
            </a:extLst>
          </p:cNvPr>
          <p:cNvSpPr txBox="1"/>
          <p:nvPr/>
        </p:nvSpPr>
        <p:spPr>
          <a:xfrm rot="2578704">
            <a:off x="7312991" y="3025389"/>
            <a:ext cx="3773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1050" dirty="0">
                <a:solidFill>
                  <a:schemeClr val="bg1"/>
                </a:solidFill>
              </a:rPr>
              <a:t>Probability </a:t>
            </a:r>
            <a:r>
              <a:rPr lang="en-NZ" sz="1050" dirty="0" err="1">
                <a:solidFill>
                  <a:schemeClr val="bg1"/>
                </a:solidFill>
              </a:rPr>
              <a:t>P_prop</a:t>
            </a:r>
            <a:r>
              <a:rPr lang="en-NZ" sz="1050" dirty="0">
                <a:solidFill>
                  <a:schemeClr val="bg1"/>
                </a:solidFill>
              </a:rPr>
              <a:t> = 1.00 to generate sample? </a:t>
            </a:r>
          </a:p>
        </p:txBody>
      </p:sp>
    </p:spTree>
    <p:extLst>
      <p:ext uri="{BB962C8B-B14F-4D97-AF65-F5344CB8AC3E}">
        <p14:creationId xmlns:p14="http://schemas.microsoft.com/office/powerpoint/2010/main" val="3758135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8E5AF1-EACF-66CB-E9BD-182737A080F1}"/>
              </a:ext>
            </a:extLst>
          </p:cNvPr>
          <p:cNvGrpSpPr/>
          <p:nvPr/>
        </p:nvGrpSpPr>
        <p:grpSpPr>
          <a:xfrm rot="5400000" flipH="1">
            <a:off x="3643220" y="5318246"/>
            <a:ext cx="595884" cy="618174"/>
            <a:chOff x="475488" y="1595628"/>
            <a:chExt cx="3666744" cy="380390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80DE371-6F41-B2AC-08A4-BD7A29F12E4E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4" name="Partial Circle 33">
              <a:extLst>
                <a:ext uri="{FF2B5EF4-FFF2-40B4-BE49-F238E27FC236}">
                  <a16:creationId xmlns:a16="http://schemas.microsoft.com/office/drawing/2014/main" id="{03EE3570-7A05-9D87-DFE7-EA045F50C01C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8755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C6A5F80-0F87-A8BA-2693-26CADC3FC37B}"/>
              </a:ext>
            </a:extLst>
          </p:cNvPr>
          <p:cNvGrpSpPr/>
          <p:nvPr/>
        </p:nvGrpSpPr>
        <p:grpSpPr>
          <a:xfrm rot="10800000" flipH="1">
            <a:off x="5976942" y="5329392"/>
            <a:ext cx="595884" cy="595884"/>
            <a:chOff x="4916424" y="1690688"/>
            <a:chExt cx="3666744" cy="366674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2DE9A91-901C-F26C-99A2-059247C30425}"/>
                </a:ext>
              </a:extLst>
            </p:cNvPr>
            <p:cNvSpPr/>
            <p:nvPr/>
          </p:nvSpPr>
          <p:spPr>
            <a:xfrm>
              <a:off x="4916424" y="169068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2" name="Partial Circle 31">
              <a:extLst>
                <a:ext uri="{FF2B5EF4-FFF2-40B4-BE49-F238E27FC236}">
                  <a16:creationId xmlns:a16="http://schemas.microsoft.com/office/drawing/2014/main" id="{8546559F-B9DC-F6EC-DD93-3FE651553B77}"/>
                </a:ext>
              </a:extLst>
            </p:cNvPr>
            <p:cNvSpPr/>
            <p:nvPr/>
          </p:nvSpPr>
          <p:spPr>
            <a:xfrm rot="16200000">
              <a:off x="4916424" y="1690688"/>
              <a:ext cx="3666744" cy="3666744"/>
            </a:xfrm>
            <a:prstGeom prst="pie">
              <a:avLst>
                <a:gd name="adj1" fmla="val 28755"/>
                <a:gd name="adj2" fmla="val 10825612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500A8AD-16ED-579E-0F96-5586F404AED4}"/>
              </a:ext>
            </a:extLst>
          </p:cNvPr>
          <p:cNvGrpSpPr/>
          <p:nvPr/>
        </p:nvGrpSpPr>
        <p:grpSpPr>
          <a:xfrm rot="16200000" flipH="1">
            <a:off x="8299518" y="5329392"/>
            <a:ext cx="595884" cy="595884"/>
            <a:chOff x="8145780" y="1528572"/>
            <a:chExt cx="3666744" cy="3666744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3BE4865-C300-DCD6-8BB6-6F39E269BFE1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0" name="Partial Circle 29">
              <a:extLst>
                <a:ext uri="{FF2B5EF4-FFF2-40B4-BE49-F238E27FC236}">
                  <a16:creationId xmlns:a16="http://schemas.microsoft.com/office/drawing/2014/main" id="{5D765EEC-CE79-050A-C3C0-6FEE2DEBBD88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8755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02F43BC4-2C9F-289D-FF76-6221EEAE4005}"/>
              </a:ext>
            </a:extLst>
          </p:cNvPr>
          <p:cNvSpPr/>
          <p:nvPr/>
        </p:nvSpPr>
        <p:spPr>
          <a:xfrm flipH="1">
            <a:off x="10622094" y="5329392"/>
            <a:ext cx="595884" cy="59588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F8B69C-7011-E952-8921-9AA9DF515487}"/>
              </a:ext>
            </a:extLst>
          </p:cNvPr>
          <p:cNvSpPr/>
          <p:nvPr/>
        </p:nvSpPr>
        <p:spPr>
          <a:xfrm flipH="1">
            <a:off x="1344261" y="5329391"/>
            <a:ext cx="595884" cy="59588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8E390C-8225-D54A-361C-F89E7AFADE92}"/>
              </a:ext>
            </a:extLst>
          </p:cNvPr>
          <p:cNvSpPr txBox="1"/>
          <p:nvPr/>
        </p:nvSpPr>
        <p:spPr>
          <a:xfrm>
            <a:off x="1264732" y="5984656"/>
            <a:ext cx="72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0.00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819101-78F2-06A7-FA5F-39117B8F3C61}"/>
              </a:ext>
            </a:extLst>
          </p:cNvPr>
          <p:cNvSpPr txBox="1"/>
          <p:nvPr/>
        </p:nvSpPr>
        <p:spPr>
          <a:xfrm>
            <a:off x="3576163" y="5984656"/>
            <a:ext cx="72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0.25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4E46A2-7B12-C100-F7A3-056EB48984E6}"/>
              </a:ext>
            </a:extLst>
          </p:cNvPr>
          <p:cNvSpPr txBox="1"/>
          <p:nvPr/>
        </p:nvSpPr>
        <p:spPr>
          <a:xfrm>
            <a:off x="5919791" y="5984656"/>
            <a:ext cx="71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0.50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CCB26C-79A3-9193-9B3A-A234E3C896D5}"/>
              </a:ext>
            </a:extLst>
          </p:cNvPr>
          <p:cNvSpPr txBox="1"/>
          <p:nvPr/>
        </p:nvSpPr>
        <p:spPr>
          <a:xfrm>
            <a:off x="8232462" y="5984656"/>
            <a:ext cx="72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0.75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B6953E-1E50-4C5B-9321-0779D4690599}"/>
              </a:ext>
            </a:extLst>
          </p:cNvPr>
          <p:cNvSpPr txBox="1"/>
          <p:nvPr/>
        </p:nvSpPr>
        <p:spPr>
          <a:xfrm>
            <a:off x="10365016" y="5984656"/>
            <a:ext cx="85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1.00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C91E3C9-7620-FE54-CB2E-4CD7947FABFB}"/>
              </a:ext>
            </a:extLst>
          </p:cNvPr>
          <p:cNvGrpSpPr/>
          <p:nvPr/>
        </p:nvGrpSpPr>
        <p:grpSpPr>
          <a:xfrm rot="5400000" flipH="1">
            <a:off x="2481931" y="5318246"/>
            <a:ext cx="595884" cy="618174"/>
            <a:chOff x="475488" y="1595628"/>
            <a:chExt cx="3666744" cy="380390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92D60F3-79D4-D211-B978-CA6D762B1173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8" name="Partial Circle 27">
              <a:extLst>
                <a:ext uri="{FF2B5EF4-FFF2-40B4-BE49-F238E27FC236}">
                  <a16:creationId xmlns:a16="http://schemas.microsoft.com/office/drawing/2014/main" id="{50CD5F10-B044-5CCE-9045-DE5512D0CC8B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383320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9557F8-56C4-CE8C-EBCA-A36D2BE78267}"/>
              </a:ext>
            </a:extLst>
          </p:cNvPr>
          <p:cNvGrpSpPr/>
          <p:nvPr/>
        </p:nvGrpSpPr>
        <p:grpSpPr>
          <a:xfrm rot="5400000" flipH="1">
            <a:off x="4826797" y="5318246"/>
            <a:ext cx="595884" cy="618174"/>
            <a:chOff x="475488" y="1595628"/>
            <a:chExt cx="3666744" cy="3803904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7D2D2F4-78CB-9AFB-E917-13FCFF337D60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6" name="Partial Circle 25">
              <a:extLst>
                <a:ext uri="{FF2B5EF4-FFF2-40B4-BE49-F238E27FC236}">
                  <a16:creationId xmlns:a16="http://schemas.microsoft.com/office/drawing/2014/main" id="{E5D478BA-93E3-55E7-3283-8A92D78B564F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18731689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59F7D1-456C-8B71-E97E-5E40DEEA3A6B}"/>
              </a:ext>
            </a:extLst>
          </p:cNvPr>
          <p:cNvGrpSpPr/>
          <p:nvPr/>
        </p:nvGrpSpPr>
        <p:grpSpPr>
          <a:xfrm rot="16200000" flipH="1">
            <a:off x="7138230" y="5329391"/>
            <a:ext cx="595884" cy="595884"/>
            <a:chOff x="8145780" y="1528572"/>
            <a:chExt cx="3666744" cy="366674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60E425E-673F-698B-BB00-5FF2CE810265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4" name="Partial Circle 23">
              <a:extLst>
                <a:ext uri="{FF2B5EF4-FFF2-40B4-BE49-F238E27FC236}">
                  <a16:creationId xmlns:a16="http://schemas.microsoft.com/office/drawing/2014/main" id="{978CFF6D-66F5-8919-9FAE-182FB3681CAE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132216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E60B60C-2DD8-AD06-F0DC-61A58250FB9B}"/>
              </a:ext>
            </a:extLst>
          </p:cNvPr>
          <p:cNvGrpSpPr/>
          <p:nvPr/>
        </p:nvGrpSpPr>
        <p:grpSpPr>
          <a:xfrm rot="16200000" flipH="1">
            <a:off x="9460806" y="5329390"/>
            <a:ext cx="595884" cy="595884"/>
            <a:chOff x="8145780" y="1528572"/>
            <a:chExt cx="3666744" cy="366674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6607AD3-1DBD-AE1D-26E9-974669459B59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2" name="Partial Circle 21">
              <a:extLst>
                <a:ext uri="{FF2B5EF4-FFF2-40B4-BE49-F238E27FC236}">
                  <a16:creationId xmlns:a16="http://schemas.microsoft.com/office/drawing/2014/main" id="{5036C976-0719-961B-1BF5-0333F1686BC5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19080414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84020B5-A238-BFBF-681A-4DE275841F26}"/>
              </a:ext>
            </a:extLst>
          </p:cNvPr>
          <p:cNvCxnSpPr/>
          <p:nvPr/>
        </p:nvCxnSpPr>
        <p:spPr>
          <a:xfrm>
            <a:off x="1629730" y="6546362"/>
            <a:ext cx="9425181" cy="0"/>
          </a:xfrm>
          <a:prstGeom prst="straightConnector1">
            <a:avLst/>
          </a:prstGeom>
          <a:ln w="38100">
            <a:gradFill flip="none" rotWithShape="1">
              <a:gsLst>
                <a:gs pos="13000">
                  <a:schemeClr val="tx1">
                    <a:lumMod val="75000"/>
                    <a:lumOff val="25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D159FF7-B963-D8C7-1188-416CD46BB614}"/>
              </a:ext>
            </a:extLst>
          </p:cNvPr>
          <p:cNvGrpSpPr/>
          <p:nvPr/>
        </p:nvGrpSpPr>
        <p:grpSpPr>
          <a:xfrm>
            <a:off x="840509" y="350981"/>
            <a:ext cx="10751127" cy="4729019"/>
            <a:chOff x="840509" y="350981"/>
            <a:chExt cx="10751127" cy="4729019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D63F63C-BA17-B20B-5AE9-4DF5E6FAA786}"/>
                </a:ext>
              </a:extLst>
            </p:cNvPr>
            <p:cNvCxnSpPr/>
            <p:nvPr/>
          </p:nvCxnSpPr>
          <p:spPr>
            <a:xfrm>
              <a:off x="840509" y="5070764"/>
              <a:ext cx="10751127" cy="0"/>
            </a:xfrm>
            <a:prstGeom prst="straightConnector1">
              <a:avLst/>
            </a:prstGeom>
            <a:ln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A7F8F3B-6BFA-BA0B-CD81-30B6AD0CAEF5}"/>
                </a:ext>
              </a:extLst>
            </p:cNvPr>
            <p:cNvCxnSpPr/>
            <p:nvPr/>
          </p:nvCxnSpPr>
          <p:spPr>
            <a:xfrm flipV="1">
              <a:off x="840509" y="350981"/>
              <a:ext cx="0" cy="4729019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ree-form: Shape 40">
            <a:extLst>
              <a:ext uri="{FF2B5EF4-FFF2-40B4-BE49-F238E27FC236}">
                <a16:creationId xmlns:a16="http://schemas.microsoft.com/office/drawing/2014/main" id="{C6A4B5C7-4A6C-FE90-7CB9-1ABF1D855B20}"/>
              </a:ext>
            </a:extLst>
          </p:cNvPr>
          <p:cNvSpPr/>
          <p:nvPr/>
        </p:nvSpPr>
        <p:spPr>
          <a:xfrm>
            <a:off x="1607127" y="1099367"/>
            <a:ext cx="9384146" cy="3940020"/>
          </a:xfrm>
          <a:custGeom>
            <a:avLst/>
            <a:gdLst>
              <a:gd name="csX0" fmla="*/ 0 w 9384146"/>
              <a:gd name="csY0" fmla="*/ 3805142 h 3940020"/>
              <a:gd name="csX1" fmla="*/ 443346 w 9384146"/>
              <a:gd name="csY1" fmla="*/ 295324 h 3940020"/>
              <a:gd name="csX2" fmla="*/ 572655 w 9384146"/>
              <a:gd name="csY2" fmla="*/ 443106 h 3940020"/>
              <a:gd name="csX3" fmla="*/ 1062182 w 9384146"/>
              <a:gd name="csY3" fmla="*/ 2475106 h 3940020"/>
              <a:gd name="csX4" fmla="*/ 2419928 w 9384146"/>
              <a:gd name="csY4" fmla="*/ 3380269 h 3940020"/>
              <a:gd name="csX5" fmla="*/ 6733309 w 9384146"/>
              <a:gd name="csY5" fmla="*/ 3860560 h 3940020"/>
              <a:gd name="csX6" fmla="*/ 9384146 w 9384146"/>
              <a:gd name="csY6" fmla="*/ 3934451 h 39400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4146" h="3940020">
                <a:moveTo>
                  <a:pt x="0" y="3805142"/>
                </a:moveTo>
                <a:cubicBezTo>
                  <a:pt x="173952" y="2330402"/>
                  <a:pt x="347904" y="855663"/>
                  <a:pt x="443346" y="295324"/>
                </a:cubicBezTo>
                <a:cubicBezTo>
                  <a:pt x="538789" y="-265015"/>
                  <a:pt x="469516" y="79809"/>
                  <a:pt x="572655" y="443106"/>
                </a:cubicBezTo>
                <a:cubicBezTo>
                  <a:pt x="675794" y="806403"/>
                  <a:pt x="754303" y="1985579"/>
                  <a:pt x="1062182" y="2475106"/>
                </a:cubicBezTo>
                <a:cubicBezTo>
                  <a:pt x="1370061" y="2964633"/>
                  <a:pt x="1474740" y="3149360"/>
                  <a:pt x="2419928" y="3380269"/>
                </a:cubicBezTo>
                <a:cubicBezTo>
                  <a:pt x="3365116" y="3611178"/>
                  <a:pt x="5572606" y="3768196"/>
                  <a:pt x="6733309" y="3860560"/>
                </a:cubicBezTo>
                <a:cubicBezTo>
                  <a:pt x="7894012" y="3952924"/>
                  <a:pt x="8639079" y="3943687"/>
                  <a:pt x="9384146" y="3934451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AF95FB-776A-D410-AD33-B5240C842E60}"/>
              </a:ext>
            </a:extLst>
          </p:cNvPr>
          <p:cNvSpPr txBox="1"/>
          <p:nvPr/>
        </p:nvSpPr>
        <p:spPr>
          <a:xfrm rot="5400000">
            <a:off x="-1384781" y="2547851"/>
            <a:ext cx="4062651" cy="15713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NZ" sz="1200" dirty="0">
                <a:solidFill>
                  <a:schemeClr val="bg1"/>
                </a:solidFill>
              </a:rPr>
              <a:t>Relative </a:t>
            </a:r>
          </a:p>
          <a:p>
            <a:endParaRPr lang="en-NZ" sz="1200" dirty="0">
              <a:solidFill>
                <a:schemeClr val="bg1"/>
              </a:solidFill>
            </a:endParaRPr>
          </a:p>
          <a:p>
            <a:endParaRPr lang="en-NZ" sz="1200" dirty="0">
              <a:solidFill>
                <a:schemeClr val="bg1"/>
              </a:solidFill>
            </a:endParaRPr>
          </a:p>
          <a:p>
            <a:r>
              <a:rPr lang="en-NZ" sz="1200" dirty="0">
                <a:solidFill>
                  <a:schemeClr val="bg1"/>
                </a:solidFill>
              </a:rPr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725561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60240-EC56-4A99-D4EC-0E420A67F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93581-CA01-F1BC-A0C5-A9568C12E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4804"/>
            <a:ext cx="10515600" cy="595884"/>
          </a:xfrm>
        </p:spPr>
        <p:txBody>
          <a:bodyPr>
            <a:normAutofit fontScale="90000"/>
          </a:bodyPr>
          <a:lstStyle/>
          <a:p>
            <a:r>
              <a:rPr lang="en-NZ" dirty="0">
                <a:solidFill>
                  <a:schemeClr val="bg1"/>
                </a:solidFill>
              </a:rPr>
              <a:t>The long inefficient way: counting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94492E4-229A-7EC6-A2FA-947D11122DB9}"/>
              </a:ext>
            </a:extLst>
          </p:cNvPr>
          <p:cNvGrpSpPr/>
          <p:nvPr/>
        </p:nvGrpSpPr>
        <p:grpSpPr>
          <a:xfrm rot="5400000" flipH="1">
            <a:off x="1040508" y="3031997"/>
            <a:ext cx="595884" cy="618174"/>
            <a:chOff x="475488" y="1595628"/>
            <a:chExt cx="3666744" cy="380390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88B6365-ED0F-5D98-D55F-DD89B6AD959E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6" name="Partial Circle 5">
              <a:extLst>
                <a:ext uri="{FF2B5EF4-FFF2-40B4-BE49-F238E27FC236}">
                  <a16:creationId xmlns:a16="http://schemas.microsoft.com/office/drawing/2014/main" id="{B936B2F3-761E-2FAC-6FF3-542F40CADEAE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8755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8F18D39-0B51-4F30-D3FC-E7184993C181}"/>
              </a:ext>
            </a:extLst>
          </p:cNvPr>
          <p:cNvGrpSpPr/>
          <p:nvPr/>
        </p:nvGrpSpPr>
        <p:grpSpPr>
          <a:xfrm rot="10800000" flipH="1">
            <a:off x="1062797" y="3837813"/>
            <a:ext cx="595884" cy="595884"/>
            <a:chOff x="4916424" y="1690688"/>
            <a:chExt cx="3666744" cy="366674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E4DDD9D-3551-23CC-8168-E41EC9CE6603}"/>
                </a:ext>
              </a:extLst>
            </p:cNvPr>
            <p:cNvSpPr/>
            <p:nvPr/>
          </p:nvSpPr>
          <p:spPr>
            <a:xfrm>
              <a:off x="4916424" y="169068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9" name="Partial Circle 8">
              <a:extLst>
                <a:ext uri="{FF2B5EF4-FFF2-40B4-BE49-F238E27FC236}">
                  <a16:creationId xmlns:a16="http://schemas.microsoft.com/office/drawing/2014/main" id="{C6B1DD03-53D0-FAF4-BBA4-3827A1A35D8C}"/>
                </a:ext>
              </a:extLst>
            </p:cNvPr>
            <p:cNvSpPr/>
            <p:nvPr/>
          </p:nvSpPr>
          <p:spPr>
            <a:xfrm rot="16200000">
              <a:off x="4916424" y="1690688"/>
              <a:ext cx="3666744" cy="3666744"/>
            </a:xfrm>
            <a:prstGeom prst="pie">
              <a:avLst>
                <a:gd name="adj1" fmla="val 28755"/>
                <a:gd name="adj2" fmla="val 10825612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ABC2C2B-B40F-BF0A-E720-A4340FCD540B}"/>
              </a:ext>
            </a:extLst>
          </p:cNvPr>
          <p:cNvGrpSpPr/>
          <p:nvPr/>
        </p:nvGrpSpPr>
        <p:grpSpPr>
          <a:xfrm rot="16200000" flipH="1">
            <a:off x="1029362" y="4632484"/>
            <a:ext cx="595884" cy="595884"/>
            <a:chOff x="8145780" y="1528572"/>
            <a:chExt cx="3666744" cy="36667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99B8009-D50C-F86A-1449-F367D1831411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2" name="Partial Circle 11">
              <a:extLst>
                <a:ext uri="{FF2B5EF4-FFF2-40B4-BE49-F238E27FC236}">
                  <a16:creationId xmlns:a16="http://schemas.microsoft.com/office/drawing/2014/main" id="{11EBD056-EC85-05CE-4EF5-04CD3215B77C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8755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C84B0BAB-927C-5589-F10D-811EC9442761}"/>
              </a:ext>
            </a:extLst>
          </p:cNvPr>
          <p:cNvSpPr/>
          <p:nvPr/>
        </p:nvSpPr>
        <p:spPr>
          <a:xfrm flipH="1">
            <a:off x="1040507" y="5427154"/>
            <a:ext cx="595884" cy="59588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2CDF11C-4E3F-1F5C-1CEC-87539EFA8724}"/>
              </a:ext>
            </a:extLst>
          </p:cNvPr>
          <p:cNvSpPr/>
          <p:nvPr/>
        </p:nvSpPr>
        <p:spPr>
          <a:xfrm flipH="1">
            <a:off x="1051653" y="2248472"/>
            <a:ext cx="595884" cy="59588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02430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C385E-45FE-F11F-E216-2EB694A0D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B9A46B9-0425-61F4-358D-E632FF8D2DE5}"/>
              </a:ext>
            </a:extLst>
          </p:cNvPr>
          <p:cNvGrpSpPr/>
          <p:nvPr/>
        </p:nvGrpSpPr>
        <p:grpSpPr>
          <a:xfrm rot="5400000" flipH="1">
            <a:off x="1040508" y="3031997"/>
            <a:ext cx="595884" cy="618174"/>
            <a:chOff x="475488" y="1595628"/>
            <a:chExt cx="3666744" cy="380390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1FD1012-2F6A-7BCE-012B-B4DFBFA9996E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6" name="Partial Circle 5">
              <a:extLst>
                <a:ext uri="{FF2B5EF4-FFF2-40B4-BE49-F238E27FC236}">
                  <a16:creationId xmlns:a16="http://schemas.microsoft.com/office/drawing/2014/main" id="{D516C278-52BE-1A0F-254F-7CDE4ED9E7E6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8755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18DD171-21B5-F537-D88C-237C48ABC38C}"/>
              </a:ext>
            </a:extLst>
          </p:cNvPr>
          <p:cNvGrpSpPr/>
          <p:nvPr/>
        </p:nvGrpSpPr>
        <p:grpSpPr>
          <a:xfrm rot="10800000" flipH="1">
            <a:off x="1062797" y="3837813"/>
            <a:ext cx="595884" cy="595884"/>
            <a:chOff x="4916424" y="1690688"/>
            <a:chExt cx="3666744" cy="366674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8A10587-255F-5341-C34E-D569AD9F92DF}"/>
                </a:ext>
              </a:extLst>
            </p:cNvPr>
            <p:cNvSpPr/>
            <p:nvPr/>
          </p:nvSpPr>
          <p:spPr>
            <a:xfrm>
              <a:off x="4916424" y="169068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9" name="Partial Circle 8">
              <a:extLst>
                <a:ext uri="{FF2B5EF4-FFF2-40B4-BE49-F238E27FC236}">
                  <a16:creationId xmlns:a16="http://schemas.microsoft.com/office/drawing/2014/main" id="{1812B858-BCA1-CDEF-5328-373AB1355B77}"/>
                </a:ext>
              </a:extLst>
            </p:cNvPr>
            <p:cNvSpPr/>
            <p:nvPr/>
          </p:nvSpPr>
          <p:spPr>
            <a:xfrm rot="16200000">
              <a:off x="4916424" y="1690688"/>
              <a:ext cx="3666744" cy="3666744"/>
            </a:xfrm>
            <a:prstGeom prst="pie">
              <a:avLst>
                <a:gd name="adj1" fmla="val 28755"/>
                <a:gd name="adj2" fmla="val 10825612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13D5D7-36A1-7EC1-ACD8-75012BCEB1D6}"/>
              </a:ext>
            </a:extLst>
          </p:cNvPr>
          <p:cNvGrpSpPr/>
          <p:nvPr/>
        </p:nvGrpSpPr>
        <p:grpSpPr>
          <a:xfrm rot="16200000" flipH="1">
            <a:off x="1029362" y="4632484"/>
            <a:ext cx="595884" cy="595884"/>
            <a:chOff x="8145780" y="1528572"/>
            <a:chExt cx="3666744" cy="36667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241CF2D-A28A-4A22-6872-1EECDE43F53F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2" name="Partial Circle 11">
              <a:extLst>
                <a:ext uri="{FF2B5EF4-FFF2-40B4-BE49-F238E27FC236}">
                  <a16:creationId xmlns:a16="http://schemas.microsoft.com/office/drawing/2014/main" id="{F23D585B-7EC9-F914-E27F-C463BB4D3E1E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8755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1CBF2C25-49CB-0FDB-5406-2D66CE584738}"/>
              </a:ext>
            </a:extLst>
          </p:cNvPr>
          <p:cNvSpPr/>
          <p:nvPr/>
        </p:nvSpPr>
        <p:spPr>
          <a:xfrm flipH="1">
            <a:off x="1040507" y="5427154"/>
            <a:ext cx="595884" cy="59588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F27054A-9EE3-90D0-4C5D-5A4250CA4686}"/>
              </a:ext>
            </a:extLst>
          </p:cNvPr>
          <p:cNvSpPr/>
          <p:nvPr/>
        </p:nvSpPr>
        <p:spPr>
          <a:xfrm flipH="1">
            <a:off x="1051653" y="2248472"/>
            <a:ext cx="595884" cy="59588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DDBD191-1D3E-1734-1D84-5993357ADC22}"/>
              </a:ext>
            </a:extLst>
          </p:cNvPr>
          <p:cNvGrpSpPr/>
          <p:nvPr/>
        </p:nvGrpSpPr>
        <p:grpSpPr>
          <a:xfrm>
            <a:off x="1859443" y="2245807"/>
            <a:ext cx="1941140" cy="598549"/>
            <a:chOff x="1960027" y="2245807"/>
            <a:chExt cx="1941140" cy="598549"/>
          </a:xfrm>
        </p:grpSpPr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5B21CFF7-72EF-722E-5C6C-E16B23CC00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16" name="Graphic 15" descr="User with solid fill">
              <a:extLst>
                <a:ext uri="{FF2B5EF4-FFF2-40B4-BE49-F238E27FC236}">
                  <a16:creationId xmlns:a16="http://schemas.microsoft.com/office/drawing/2014/main" id="{D854D7B5-8DF1-0CF1-3CED-21C1F5C2DD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17" name="Graphic 16" descr="User with solid fill">
              <a:extLst>
                <a:ext uri="{FF2B5EF4-FFF2-40B4-BE49-F238E27FC236}">
                  <a16:creationId xmlns:a16="http://schemas.microsoft.com/office/drawing/2014/main" id="{F2D1C5B8-79D6-0BBF-E585-1698B013F4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18" name="Graphic 17" descr="User with solid fill">
              <a:extLst>
                <a:ext uri="{FF2B5EF4-FFF2-40B4-BE49-F238E27FC236}">
                  <a16:creationId xmlns:a16="http://schemas.microsoft.com/office/drawing/2014/main" id="{27C75A8B-654A-9C94-F222-F932F86700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FF206C7-FCA4-F908-34FA-7A206208FA1E}"/>
              </a:ext>
            </a:extLst>
          </p:cNvPr>
          <p:cNvGrpSpPr/>
          <p:nvPr/>
        </p:nvGrpSpPr>
        <p:grpSpPr>
          <a:xfrm>
            <a:off x="1859443" y="3040477"/>
            <a:ext cx="1941140" cy="598549"/>
            <a:chOff x="1960027" y="2245807"/>
            <a:chExt cx="1941140" cy="598549"/>
          </a:xfrm>
        </p:grpSpPr>
        <p:pic>
          <p:nvPicPr>
            <p:cNvPr id="21" name="Graphic 20" descr="User with solid fill">
              <a:extLst>
                <a:ext uri="{FF2B5EF4-FFF2-40B4-BE49-F238E27FC236}">
                  <a16:creationId xmlns:a16="http://schemas.microsoft.com/office/drawing/2014/main" id="{0D6895C0-6C13-681C-6FAA-8134EA1DCE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22" name="Graphic 21" descr="User with solid fill">
              <a:extLst>
                <a:ext uri="{FF2B5EF4-FFF2-40B4-BE49-F238E27FC236}">
                  <a16:creationId xmlns:a16="http://schemas.microsoft.com/office/drawing/2014/main" id="{8FFF0959-F3C4-086C-8F11-7ED0E79E51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23" name="Graphic 22" descr="User with solid fill">
              <a:extLst>
                <a:ext uri="{FF2B5EF4-FFF2-40B4-BE49-F238E27FC236}">
                  <a16:creationId xmlns:a16="http://schemas.microsoft.com/office/drawing/2014/main" id="{F87D5F0B-5454-522D-2F19-3EBBA9BC47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24" name="Graphic 23" descr="User with solid fill">
              <a:extLst>
                <a:ext uri="{FF2B5EF4-FFF2-40B4-BE49-F238E27FC236}">
                  <a16:creationId xmlns:a16="http://schemas.microsoft.com/office/drawing/2014/main" id="{C491DD00-A1F6-BA1A-8C11-E547ACAD2E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5F40A35-1150-1C01-5144-DF0A5FF9F6A1}"/>
              </a:ext>
            </a:extLst>
          </p:cNvPr>
          <p:cNvGrpSpPr/>
          <p:nvPr/>
        </p:nvGrpSpPr>
        <p:grpSpPr>
          <a:xfrm>
            <a:off x="1859443" y="3832482"/>
            <a:ext cx="1941140" cy="598549"/>
            <a:chOff x="1960027" y="2245807"/>
            <a:chExt cx="1941140" cy="598549"/>
          </a:xfrm>
        </p:grpSpPr>
        <p:pic>
          <p:nvPicPr>
            <p:cNvPr id="26" name="Graphic 25" descr="User with solid fill">
              <a:extLst>
                <a:ext uri="{FF2B5EF4-FFF2-40B4-BE49-F238E27FC236}">
                  <a16:creationId xmlns:a16="http://schemas.microsoft.com/office/drawing/2014/main" id="{64EF9883-F75C-5274-F22C-AA73309855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27" name="Graphic 26" descr="User with solid fill">
              <a:extLst>
                <a:ext uri="{FF2B5EF4-FFF2-40B4-BE49-F238E27FC236}">
                  <a16:creationId xmlns:a16="http://schemas.microsoft.com/office/drawing/2014/main" id="{8B1E247B-8B79-62E2-DC89-A669017D9F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28" name="Graphic 27" descr="User with solid fill">
              <a:extLst>
                <a:ext uri="{FF2B5EF4-FFF2-40B4-BE49-F238E27FC236}">
                  <a16:creationId xmlns:a16="http://schemas.microsoft.com/office/drawing/2014/main" id="{65F90B91-443C-573E-23FE-5B3800EE32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29" name="Graphic 28" descr="User with solid fill">
              <a:extLst>
                <a:ext uri="{FF2B5EF4-FFF2-40B4-BE49-F238E27FC236}">
                  <a16:creationId xmlns:a16="http://schemas.microsoft.com/office/drawing/2014/main" id="{0B537639-4274-41CD-026D-81D2BE7927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3C9CE05-BB94-D34A-18B8-07BD18C0C21A}"/>
              </a:ext>
            </a:extLst>
          </p:cNvPr>
          <p:cNvGrpSpPr/>
          <p:nvPr/>
        </p:nvGrpSpPr>
        <p:grpSpPr>
          <a:xfrm>
            <a:off x="1859443" y="4632484"/>
            <a:ext cx="1941140" cy="598549"/>
            <a:chOff x="1960027" y="2245807"/>
            <a:chExt cx="1941140" cy="598549"/>
          </a:xfrm>
        </p:grpSpPr>
        <p:pic>
          <p:nvPicPr>
            <p:cNvPr id="31" name="Graphic 30" descr="User with solid fill">
              <a:extLst>
                <a:ext uri="{FF2B5EF4-FFF2-40B4-BE49-F238E27FC236}">
                  <a16:creationId xmlns:a16="http://schemas.microsoft.com/office/drawing/2014/main" id="{836BEFCE-9050-E70B-5AFC-E12D75086F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32" name="Graphic 31" descr="User with solid fill">
              <a:extLst>
                <a:ext uri="{FF2B5EF4-FFF2-40B4-BE49-F238E27FC236}">
                  <a16:creationId xmlns:a16="http://schemas.microsoft.com/office/drawing/2014/main" id="{19D3BAB3-BC63-FEEB-F694-416BA72756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33" name="Graphic 32" descr="User with solid fill">
              <a:extLst>
                <a:ext uri="{FF2B5EF4-FFF2-40B4-BE49-F238E27FC236}">
                  <a16:creationId xmlns:a16="http://schemas.microsoft.com/office/drawing/2014/main" id="{69AFCCD3-1388-0E8C-066F-48BA239B81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34" name="Graphic 33" descr="User with solid fill">
              <a:extLst>
                <a:ext uri="{FF2B5EF4-FFF2-40B4-BE49-F238E27FC236}">
                  <a16:creationId xmlns:a16="http://schemas.microsoft.com/office/drawing/2014/main" id="{69EA0D4E-62E6-3992-1BA4-D9350FDD00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60D104B-164C-A187-3BDD-3ABE5CE5D4E1}"/>
              </a:ext>
            </a:extLst>
          </p:cNvPr>
          <p:cNvGrpSpPr/>
          <p:nvPr/>
        </p:nvGrpSpPr>
        <p:grpSpPr>
          <a:xfrm>
            <a:off x="1859443" y="5427154"/>
            <a:ext cx="1941140" cy="598549"/>
            <a:chOff x="1960027" y="2245807"/>
            <a:chExt cx="1941140" cy="598549"/>
          </a:xfrm>
        </p:grpSpPr>
        <p:pic>
          <p:nvPicPr>
            <p:cNvPr id="36" name="Graphic 35" descr="User with solid fill">
              <a:extLst>
                <a:ext uri="{FF2B5EF4-FFF2-40B4-BE49-F238E27FC236}">
                  <a16:creationId xmlns:a16="http://schemas.microsoft.com/office/drawing/2014/main" id="{07CA3552-50AF-BA7E-BFDA-544FE8D89A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37" name="Graphic 36" descr="User with solid fill">
              <a:extLst>
                <a:ext uri="{FF2B5EF4-FFF2-40B4-BE49-F238E27FC236}">
                  <a16:creationId xmlns:a16="http://schemas.microsoft.com/office/drawing/2014/main" id="{5BECF9B9-68E2-C8C1-FFC4-6CE47ED969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38" name="Graphic 37" descr="User with solid fill">
              <a:extLst>
                <a:ext uri="{FF2B5EF4-FFF2-40B4-BE49-F238E27FC236}">
                  <a16:creationId xmlns:a16="http://schemas.microsoft.com/office/drawing/2014/main" id="{34DF21CF-F2FE-D858-29EE-59EE62E8E2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39" name="Graphic 38" descr="User with solid fill">
              <a:extLst>
                <a:ext uri="{FF2B5EF4-FFF2-40B4-BE49-F238E27FC236}">
                  <a16:creationId xmlns:a16="http://schemas.microsoft.com/office/drawing/2014/main" id="{214D5981-4596-4DC2-945A-EEE15DC1E7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sp>
        <p:nvSpPr>
          <p:cNvPr id="42" name="Title 1">
            <a:extLst>
              <a:ext uri="{FF2B5EF4-FFF2-40B4-BE49-F238E27FC236}">
                <a16:creationId xmlns:a16="http://schemas.microsoft.com/office/drawing/2014/main" id="{6A95C07F-BDB9-32A4-42BA-A0E90669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4804"/>
            <a:ext cx="10515600" cy="595884"/>
          </a:xfrm>
        </p:spPr>
        <p:txBody>
          <a:bodyPr>
            <a:normAutofit fontScale="90000"/>
          </a:bodyPr>
          <a:lstStyle/>
          <a:p>
            <a:r>
              <a:rPr lang="en-NZ" dirty="0">
                <a:solidFill>
                  <a:schemeClr val="bg1"/>
                </a:solidFill>
              </a:rPr>
              <a:t>The long inefficient way: counting</a:t>
            </a:r>
          </a:p>
        </p:txBody>
      </p:sp>
    </p:spTree>
    <p:extLst>
      <p:ext uri="{BB962C8B-B14F-4D97-AF65-F5344CB8AC3E}">
        <p14:creationId xmlns:p14="http://schemas.microsoft.com/office/powerpoint/2010/main" val="1343217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F1A23BA-FEC4-EC9E-EE2F-8DDDC9558E74}"/>
              </a:ext>
            </a:extLst>
          </p:cNvPr>
          <p:cNvGrpSpPr/>
          <p:nvPr/>
        </p:nvGrpSpPr>
        <p:grpSpPr>
          <a:xfrm rot="5400000" flipH="1">
            <a:off x="1040508" y="3031997"/>
            <a:ext cx="595884" cy="618174"/>
            <a:chOff x="475488" y="1595628"/>
            <a:chExt cx="3666744" cy="380390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DF29345-824E-F704-676C-34C2F0F33847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6" name="Partial Circle 5">
              <a:extLst>
                <a:ext uri="{FF2B5EF4-FFF2-40B4-BE49-F238E27FC236}">
                  <a16:creationId xmlns:a16="http://schemas.microsoft.com/office/drawing/2014/main" id="{D0D6FBA6-8CCF-33ED-31A9-531B016B8351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8755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8D87B7D-B4E4-F1FF-C75B-385AF0B82DF7}"/>
              </a:ext>
            </a:extLst>
          </p:cNvPr>
          <p:cNvGrpSpPr/>
          <p:nvPr/>
        </p:nvGrpSpPr>
        <p:grpSpPr>
          <a:xfrm rot="10800000" flipH="1">
            <a:off x="1062797" y="3837813"/>
            <a:ext cx="595884" cy="595884"/>
            <a:chOff x="4916424" y="1690688"/>
            <a:chExt cx="3666744" cy="366674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BDF1AB8-8FB9-E59C-D733-F07EAA40FF51}"/>
                </a:ext>
              </a:extLst>
            </p:cNvPr>
            <p:cNvSpPr/>
            <p:nvPr/>
          </p:nvSpPr>
          <p:spPr>
            <a:xfrm>
              <a:off x="4916424" y="169068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9" name="Partial Circle 8">
              <a:extLst>
                <a:ext uri="{FF2B5EF4-FFF2-40B4-BE49-F238E27FC236}">
                  <a16:creationId xmlns:a16="http://schemas.microsoft.com/office/drawing/2014/main" id="{DDA10D6D-FEEA-9385-DDED-E70EEC231F95}"/>
                </a:ext>
              </a:extLst>
            </p:cNvPr>
            <p:cNvSpPr/>
            <p:nvPr/>
          </p:nvSpPr>
          <p:spPr>
            <a:xfrm rot="16200000">
              <a:off x="4916424" y="1690688"/>
              <a:ext cx="3666744" cy="3666744"/>
            </a:xfrm>
            <a:prstGeom prst="pie">
              <a:avLst>
                <a:gd name="adj1" fmla="val 28755"/>
                <a:gd name="adj2" fmla="val 10825612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F9DCFF3-1812-7349-462F-0A65851B57D1}"/>
              </a:ext>
            </a:extLst>
          </p:cNvPr>
          <p:cNvGrpSpPr/>
          <p:nvPr/>
        </p:nvGrpSpPr>
        <p:grpSpPr>
          <a:xfrm rot="16200000" flipH="1">
            <a:off x="1029362" y="4632484"/>
            <a:ext cx="595884" cy="595884"/>
            <a:chOff x="8145780" y="1528572"/>
            <a:chExt cx="3666744" cy="36667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A4589D1-36B3-DE91-D7F3-5656086BD28D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2" name="Partial Circle 11">
              <a:extLst>
                <a:ext uri="{FF2B5EF4-FFF2-40B4-BE49-F238E27FC236}">
                  <a16:creationId xmlns:a16="http://schemas.microsoft.com/office/drawing/2014/main" id="{677811D7-02F2-F832-8667-F397F2E0F619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8755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1F4D8FDC-CB45-CB30-524A-C16DE975F312}"/>
              </a:ext>
            </a:extLst>
          </p:cNvPr>
          <p:cNvSpPr/>
          <p:nvPr/>
        </p:nvSpPr>
        <p:spPr>
          <a:xfrm flipH="1">
            <a:off x="1040507" y="5427154"/>
            <a:ext cx="595884" cy="59588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E3F4B3-A115-4962-8FD2-1C7F6C60196E}"/>
              </a:ext>
            </a:extLst>
          </p:cNvPr>
          <p:cNvSpPr/>
          <p:nvPr/>
        </p:nvSpPr>
        <p:spPr>
          <a:xfrm flipH="1">
            <a:off x="1051653" y="2248472"/>
            <a:ext cx="595884" cy="59588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A65C42-9AAB-5386-CC31-2DB794AEE467}"/>
              </a:ext>
            </a:extLst>
          </p:cNvPr>
          <p:cNvGrpSpPr/>
          <p:nvPr/>
        </p:nvGrpSpPr>
        <p:grpSpPr>
          <a:xfrm>
            <a:off x="1859443" y="2245807"/>
            <a:ext cx="1941140" cy="598549"/>
            <a:chOff x="1960027" y="2245807"/>
            <a:chExt cx="1941140" cy="598549"/>
          </a:xfrm>
        </p:grpSpPr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40022463-FB87-D60D-91C5-FECD4F212A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16" name="Graphic 15" descr="User with solid fill">
              <a:extLst>
                <a:ext uri="{FF2B5EF4-FFF2-40B4-BE49-F238E27FC236}">
                  <a16:creationId xmlns:a16="http://schemas.microsoft.com/office/drawing/2014/main" id="{DCA56F3B-2B20-4154-60AB-90E8EE95F2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17" name="Graphic 16" descr="User with solid fill">
              <a:extLst>
                <a:ext uri="{FF2B5EF4-FFF2-40B4-BE49-F238E27FC236}">
                  <a16:creationId xmlns:a16="http://schemas.microsoft.com/office/drawing/2014/main" id="{637A22AF-19C1-1F9E-95A0-CEE8EA46B3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18" name="Graphic 17" descr="User with solid fill">
              <a:extLst>
                <a:ext uri="{FF2B5EF4-FFF2-40B4-BE49-F238E27FC236}">
                  <a16:creationId xmlns:a16="http://schemas.microsoft.com/office/drawing/2014/main" id="{531AA9EE-04E9-8DC8-7D3A-7A08D12E7A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0947775-A1DB-CBC6-BDF4-7CF6C67F8308}"/>
              </a:ext>
            </a:extLst>
          </p:cNvPr>
          <p:cNvGrpSpPr/>
          <p:nvPr/>
        </p:nvGrpSpPr>
        <p:grpSpPr>
          <a:xfrm>
            <a:off x="1859443" y="3040477"/>
            <a:ext cx="1941140" cy="598549"/>
            <a:chOff x="1960027" y="2245807"/>
            <a:chExt cx="1941140" cy="598549"/>
          </a:xfrm>
        </p:grpSpPr>
        <p:pic>
          <p:nvPicPr>
            <p:cNvPr id="21" name="Graphic 20" descr="User with solid fill">
              <a:extLst>
                <a:ext uri="{FF2B5EF4-FFF2-40B4-BE49-F238E27FC236}">
                  <a16:creationId xmlns:a16="http://schemas.microsoft.com/office/drawing/2014/main" id="{EC1DFE39-A89B-7CFE-FC14-514541A7BC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22" name="Graphic 21" descr="User with solid fill">
              <a:extLst>
                <a:ext uri="{FF2B5EF4-FFF2-40B4-BE49-F238E27FC236}">
                  <a16:creationId xmlns:a16="http://schemas.microsoft.com/office/drawing/2014/main" id="{395AFF3B-3DE1-2574-0CD3-104A4DDB8C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23" name="Graphic 22" descr="User with solid fill">
              <a:extLst>
                <a:ext uri="{FF2B5EF4-FFF2-40B4-BE49-F238E27FC236}">
                  <a16:creationId xmlns:a16="http://schemas.microsoft.com/office/drawing/2014/main" id="{EFC1076A-A6C0-3B33-364B-2F96E4B736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24" name="Graphic 23" descr="User with solid fill">
              <a:extLst>
                <a:ext uri="{FF2B5EF4-FFF2-40B4-BE49-F238E27FC236}">
                  <a16:creationId xmlns:a16="http://schemas.microsoft.com/office/drawing/2014/main" id="{C746921F-D08A-15AC-94CA-443D8DC5D2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5FC48C8-7C65-F77F-8DA9-268B0674A866}"/>
              </a:ext>
            </a:extLst>
          </p:cNvPr>
          <p:cNvGrpSpPr/>
          <p:nvPr/>
        </p:nvGrpSpPr>
        <p:grpSpPr>
          <a:xfrm>
            <a:off x="1859443" y="3832482"/>
            <a:ext cx="1941140" cy="598549"/>
            <a:chOff x="1960027" y="2245807"/>
            <a:chExt cx="1941140" cy="598549"/>
          </a:xfrm>
        </p:grpSpPr>
        <p:pic>
          <p:nvPicPr>
            <p:cNvPr id="26" name="Graphic 25" descr="User with solid fill">
              <a:extLst>
                <a:ext uri="{FF2B5EF4-FFF2-40B4-BE49-F238E27FC236}">
                  <a16:creationId xmlns:a16="http://schemas.microsoft.com/office/drawing/2014/main" id="{4C3A9F68-7EB6-EEF5-2E73-42C95D0F6D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27" name="Graphic 26" descr="User with solid fill">
              <a:extLst>
                <a:ext uri="{FF2B5EF4-FFF2-40B4-BE49-F238E27FC236}">
                  <a16:creationId xmlns:a16="http://schemas.microsoft.com/office/drawing/2014/main" id="{2DF00235-55C8-A4A7-42D5-E5A2E97F68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28" name="Graphic 27" descr="User with solid fill">
              <a:extLst>
                <a:ext uri="{FF2B5EF4-FFF2-40B4-BE49-F238E27FC236}">
                  <a16:creationId xmlns:a16="http://schemas.microsoft.com/office/drawing/2014/main" id="{0C5B2F53-E9D4-7D35-C545-D19045C8BC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29" name="Graphic 28" descr="User with solid fill">
              <a:extLst>
                <a:ext uri="{FF2B5EF4-FFF2-40B4-BE49-F238E27FC236}">
                  <a16:creationId xmlns:a16="http://schemas.microsoft.com/office/drawing/2014/main" id="{9BA5A345-9C1C-5A0F-CB80-22F566839F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E23122C-1C71-362E-A2DF-7C50E53580C2}"/>
              </a:ext>
            </a:extLst>
          </p:cNvPr>
          <p:cNvGrpSpPr/>
          <p:nvPr/>
        </p:nvGrpSpPr>
        <p:grpSpPr>
          <a:xfrm>
            <a:off x="1859443" y="4632484"/>
            <a:ext cx="1941140" cy="598549"/>
            <a:chOff x="1960027" y="2245807"/>
            <a:chExt cx="1941140" cy="598549"/>
          </a:xfrm>
        </p:grpSpPr>
        <p:pic>
          <p:nvPicPr>
            <p:cNvPr id="31" name="Graphic 30" descr="User with solid fill">
              <a:extLst>
                <a:ext uri="{FF2B5EF4-FFF2-40B4-BE49-F238E27FC236}">
                  <a16:creationId xmlns:a16="http://schemas.microsoft.com/office/drawing/2014/main" id="{3CAC4764-949E-D7F2-33AD-37D75D9954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32" name="Graphic 31" descr="User with solid fill">
              <a:extLst>
                <a:ext uri="{FF2B5EF4-FFF2-40B4-BE49-F238E27FC236}">
                  <a16:creationId xmlns:a16="http://schemas.microsoft.com/office/drawing/2014/main" id="{99683D80-828C-9B99-2776-43F396DC78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33" name="Graphic 32" descr="User with solid fill">
              <a:extLst>
                <a:ext uri="{FF2B5EF4-FFF2-40B4-BE49-F238E27FC236}">
                  <a16:creationId xmlns:a16="http://schemas.microsoft.com/office/drawing/2014/main" id="{48F8AF49-FBA1-8C72-35B8-C0B4D6BB28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34" name="Graphic 33" descr="User with solid fill">
              <a:extLst>
                <a:ext uri="{FF2B5EF4-FFF2-40B4-BE49-F238E27FC236}">
                  <a16:creationId xmlns:a16="http://schemas.microsoft.com/office/drawing/2014/main" id="{DDEFE460-E206-68CB-D6E6-3F0A0C523B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950389C-2CFC-4EFC-1D78-3BF15C39C0A0}"/>
              </a:ext>
            </a:extLst>
          </p:cNvPr>
          <p:cNvGrpSpPr/>
          <p:nvPr/>
        </p:nvGrpSpPr>
        <p:grpSpPr>
          <a:xfrm>
            <a:off x="1859443" y="5427154"/>
            <a:ext cx="1941140" cy="598549"/>
            <a:chOff x="1960027" y="2245807"/>
            <a:chExt cx="1941140" cy="598549"/>
          </a:xfrm>
        </p:grpSpPr>
        <p:pic>
          <p:nvPicPr>
            <p:cNvPr id="36" name="Graphic 35" descr="User with solid fill">
              <a:extLst>
                <a:ext uri="{FF2B5EF4-FFF2-40B4-BE49-F238E27FC236}">
                  <a16:creationId xmlns:a16="http://schemas.microsoft.com/office/drawing/2014/main" id="{70A699AF-2F99-D594-D5A2-A7AB50A165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37" name="Graphic 36" descr="User with solid fill">
              <a:extLst>
                <a:ext uri="{FF2B5EF4-FFF2-40B4-BE49-F238E27FC236}">
                  <a16:creationId xmlns:a16="http://schemas.microsoft.com/office/drawing/2014/main" id="{FD1AE021-21DB-D066-AB35-19D7BC2B88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38" name="Graphic 37" descr="User with solid fill">
              <a:extLst>
                <a:ext uri="{FF2B5EF4-FFF2-40B4-BE49-F238E27FC236}">
                  <a16:creationId xmlns:a16="http://schemas.microsoft.com/office/drawing/2014/main" id="{677BA2BF-0B78-CF72-76CF-9ECA59B16A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39" name="Graphic 38" descr="User with solid fill">
              <a:extLst>
                <a:ext uri="{FF2B5EF4-FFF2-40B4-BE49-F238E27FC236}">
                  <a16:creationId xmlns:a16="http://schemas.microsoft.com/office/drawing/2014/main" id="{E2E6F5E2-8E1E-9B6F-8338-AF87B84C0E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sp>
        <p:nvSpPr>
          <p:cNvPr id="42" name="Title 1">
            <a:extLst>
              <a:ext uri="{FF2B5EF4-FFF2-40B4-BE49-F238E27FC236}">
                <a16:creationId xmlns:a16="http://schemas.microsoft.com/office/drawing/2014/main" id="{A4059D59-33AB-9B5A-B463-0D510B93F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4804"/>
            <a:ext cx="10515600" cy="595884"/>
          </a:xfrm>
        </p:spPr>
        <p:txBody>
          <a:bodyPr>
            <a:normAutofit fontScale="90000"/>
          </a:bodyPr>
          <a:lstStyle/>
          <a:p>
            <a:r>
              <a:rPr lang="en-NZ" dirty="0">
                <a:solidFill>
                  <a:schemeClr val="bg1"/>
                </a:solidFill>
              </a:rPr>
              <a:t>The long inefficient way: counting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E34CD65-1BE4-5E2A-A70D-FD30601DF732}"/>
              </a:ext>
            </a:extLst>
          </p:cNvPr>
          <p:cNvGrpSpPr/>
          <p:nvPr/>
        </p:nvGrpSpPr>
        <p:grpSpPr>
          <a:xfrm>
            <a:off x="1062797" y="399527"/>
            <a:ext cx="10077388" cy="595884"/>
            <a:chOff x="995996" y="1830140"/>
            <a:chExt cx="10077388" cy="595884"/>
          </a:xfrm>
        </p:grpSpPr>
        <p:pic>
          <p:nvPicPr>
            <p:cNvPr id="44" name="Graphic 43" descr="User with solid fill">
              <a:extLst>
                <a:ext uri="{FF2B5EF4-FFF2-40B4-BE49-F238E27FC236}">
                  <a16:creationId xmlns:a16="http://schemas.microsoft.com/office/drawing/2014/main" id="{BDF7046D-8214-7CA4-7213-C7ACAAD3A7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89185" y="1830140"/>
              <a:ext cx="595884" cy="595884"/>
            </a:xfrm>
            <a:prstGeom prst="rect">
              <a:avLst/>
            </a:prstGeom>
          </p:spPr>
        </p:pic>
        <p:pic>
          <p:nvPicPr>
            <p:cNvPr id="45" name="Graphic 44" descr="User with solid fill">
              <a:extLst>
                <a:ext uri="{FF2B5EF4-FFF2-40B4-BE49-F238E27FC236}">
                  <a16:creationId xmlns:a16="http://schemas.microsoft.com/office/drawing/2014/main" id="{6B1A767C-9786-2017-18FC-A8E1C6CB8C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88212" y="1830140"/>
              <a:ext cx="595884" cy="595884"/>
            </a:xfrm>
            <a:prstGeom prst="rect">
              <a:avLst/>
            </a:prstGeom>
          </p:spPr>
        </p:pic>
        <p:pic>
          <p:nvPicPr>
            <p:cNvPr id="46" name="Graphic 45" descr="User with solid fill">
              <a:extLst>
                <a:ext uri="{FF2B5EF4-FFF2-40B4-BE49-F238E27FC236}">
                  <a16:creationId xmlns:a16="http://schemas.microsoft.com/office/drawing/2014/main" id="{3D0BF121-C6E0-6C1F-B61A-E1DEF1E15E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87239" y="1830140"/>
              <a:ext cx="595884" cy="595884"/>
            </a:xfrm>
            <a:prstGeom prst="rect">
              <a:avLst/>
            </a:prstGeom>
          </p:spPr>
        </p:pic>
        <p:pic>
          <p:nvPicPr>
            <p:cNvPr id="47" name="Graphic 46" descr="User with solid fill">
              <a:extLst>
                <a:ext uri="{FF2B5EF4-FFF2-40B4-BE49-F238E27FC236}">
                  <a16:creationId xmlns:a16="http://schemas.microsoft.com/office/drawing/2014/main" id="{80FDA214-D2BE-2A95-CBC5-EEF2802C50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986266" y="1830140"/>
              <a:ext cx="595884" cy="595884"/>
            </a:xfrm>
            <a:prstGeom prst="rect">
              <a:avLst/>
            </a:prstGeom>
          </p:spPr>
        </p:pic>
        <p:pic>
          <p:nvPicPr>
            <p:cNvPr id="48" name="Graphic 47" descr="User with solid fill">
              <a:extLst>
                <a:ext uri="{FF2B5EF4-FFF2-40B4-BE49-F238E27FC236}">
                  <a16:creationId xmlns:a16="http://schemas.microsoft.com/office/drawing/2014/main" id="{89D46D5D-D8FD-FC2A-574D-9B10F29509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485293" y="1830140"/>
              <a:ext cx="595884" cy="595884"/>
            </a:xfrm>
            <a:prstGeom prst="rect">
              <a:avLst/>
            </a:prstGeom>
          </p:spPr>
        </p:pic>
        <p:pic>
          <p:nvPicPr>
            <p:cNvPr id="49" name="Graphic 48" descr="User with solid fill">
              <a:extLst>
                <a:ext uri="{FF2B5EF4-FFF2-40B4-BE49-F238E27FC236}">
                  <a16:creationId xmlns:a16="http://schemas.microsoft.com/office/drawing/2014/main" id="{529EC8B4-3C74-9103-A06F-FD7C2EC687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84320" y="1830140"/>
              <a:ext cx="595884" cy="595884"/>
            </a:xfrm>
            <a:prstGeom prst="rect">
              <a:avLst/>
            </a:prstGeom>
          </p:spPr>
        </p:pic>
        <p:pic>
          <p:nvPicPr>
            <p:cNvPr id="50" name="Graphic 49" descr="User with solid fill">
              <a:extLst>
                <a:ext uri="{FF2B5EF4-FFF2-40B4-BE49-F238E27FC236}">
                  <a16:creationId xmlns:a16="http://schemas.microsoft.com/office/drawing/2014/main" id="{AB645736-1A15-A1C0-A346-C046E422ED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83347" y="1830140"/>
              <a:ext cx="595884" cy="595884"/>
            </a:xfrm>
            <a:prstGeom prst="rect">
              <a:avLst/>
            </a:prstGeom>
          </p:spPr>
        </p:pic>
        <p:pic>
          <p:nvPicPr>
            <p:cNvPr id="51" name="Graphic 50" descr="User with solid fill">
              <a:extLst>
                <a:ext uri="{FF2B5EF4-FFF2-40B4-BE49-F238E27FC236}">
                  <a16:creationId xmlns:a16="http://schemas.microsoft.com/office/drawing/2014/main" id="{488CF9FF-338B-CF91-B039-AB166E85EC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82374" y="1830140"/>
              <a:ext cx="595884" cy="595884"/>
            </a:xfrm>
            <a:prstGeom prst="rect">
              <a:avLst/>
            </a:prstGeom>
          </p:spPr>
        </p:pic>
        <p:pic>
          <p:nvPicPr>
            <p:cNvPr id="52" name="Graphic 51" descr="User with solid fill">
              <a:extLst>
                <a:ext uri="{FF2B5EF4-FFF2-40B4-BE49-F238E27FC236}">
                  <a16:creationId xmlns:a16="http://schemas.microsoft.com/office/drawing/2014/main" id="{666E807E-EBA2-B91D-9CDC-A3F6813BFF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481401" y="1830140"/>
              <a:ext cx="595884" cy="595884"/>
            </a:xfrm>
            <a:prstGeom prst="rect">
              <a:avLst/>
            </a:prstGeom>
          </p:spPr>
        </p:pic>
        <p:pic>
          <p:nvPicPr>
            <p:cNvPr id="53" name="Graphic 52" descr="User with solid fill">
              <a:extLst>
                <a:ext uri="{FF2B5EF4-FFF2-40B4-BE49-F238E27FC236}">
                  <a16:creationId xmlns:a16="http://schemas.microsoft.com/office/drawing/2014/main" id="{63EAFF5E-C9F0-54E2-8044-F6C25748DF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80428" y="1830140"/>
              <a:ext cx="595884" cy="595884"/>
            </a:xfrm>
            <a:prstGeom prst="rect">
              <a:avLst/>
            </a:prstGeom>
          </p:spPr>
        </p:pic>
        <p:pic>
          <p:nvPicPr>
            <p:cNvPr id="54" name="Graphic 53" descr="User with solid fill">
              <a:extLst>
                <a:ext uri="{FF2B5EF4-FFF2-40B4-BE49-F238E27FC236}">
                  <a16:creationId xmlns:a16="http://schemas.microsoft.com/office/drawing/2014/main" id="{F8F4B154-9EC9-B5A0-65F4-8AA514EB13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79455" y="1830140"/>
              <a:ext cx="595884" cy="595884"/>
            </a:xfrm>
            <a:prstGeom prst="rect">
              <a:avLst/>
            </a:prstGeom>
          </p:spPr>
        </p:pic>
        <p:pic>
          <p:nvPicPr>
            <p:cNvPr id="55" name="Graphic 54" descr="User with solid fill">
              <a:extLst>
                <a:ext uri="{FF2B5EF4-FFF2-40B4-BE49-F238E27FC236}">
                  <a16:creationId xmlns:a16="http://schemas.microsoft.com/office/drawing/2014/main" id="{EF9A37D3-D60D-22D6-579E-A18BE2AC8A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978482" y="1830140"/>
              <a:ext cx="595884" cy="595884"/>
            </a:xfrm>
            <a:prstGeom prst="rect">
              <a:avLst/>
            </a:prstGeom>
          </p:spPr>
        </p:pic>
        <p:pic>
          <p:nvPicPr>
            <p:cNvPr id="56" name="Graphic 55" descr="User with solid fill">
              <a:extLst>
                <a:ext uri="{FF2B5EF4-FFF2-40B4-BE49-F238E27FC236}">
                  <a16:creationId xmlns:a16="http://schemas.microsoft.com/office/drawing/2014/main" id="{37E0E3EF-D1F6-5091-94D3-EAF12588B6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477500" y="1830140"/>
              <a:ext cx="595884" cy="595884"/>
            </a:xfrm>
            <a:prstGeom prst="rect">
              <a:avLst/>
            </a:prstGeom>
          </p:spPr>
        </p:pic>
        <p:pic>
          <p:nvPicPr>
            <p:cNvPr id="57" name="Graphic 56" descr="User with solid fill">
              <a:extLst>
                <a:ext uri="{FF2B5EF4-FFF2-40B4-BE49-F238E27FC236}">
                  <a16:creationId xmlns:a16="http://schemas.microsoft.com/office/drawing/2014/main" id="{1870A9F0-402C-9801-57B3-6A4D47FF05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95996" y="1830140"/>
              <a:ext cx="595884" cy="595884"/>
            </a:xfrm>
            <a:prstGeom prst="rect">
              <a:avLst/>
            </a:prstGeom>
          </p:spPr>
        </p:pic>
        <p:pic>
          <p:nvPicPr>
            <p:cNvPr id="58" name="Graphic 57" descr="User with solid fill">
              <a:extLst>
                <a:ext uri="{FF2B5EF4-FFF2-40B4-BE49-F238E27FC236}">
                  <a16:creationId xmlns:a16="http://schemas.microsoft.com/office/drawing/2014/main" id="{96C53C42-F4B7-D336-4D56-8156DD7C84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95023" y="1830140"/>
              <a:ext cx="595884" cy="595884"/>
            </a:xfrm>
            <a:prstGeom prst="rect">
              <a:avLst/>
            </a:prstGeom>
          </p:spPr>
        </p:pic>
        <p:pic>
          <p:nvPicPr>
            <p:cNvPr id="59" name="Graphic 58" descr="User with solid fill">
              <a:extLst>
                <a:ext uri="{FF2B5EF4-FFF2-40B4-BE49-F238E27FC236}">
                  <a16:creationId xmlns:a16="http://schemas.microsoft.com/office/drawing/2014/main" id="{ED13DC3B-2415-D087-944B-617D0BBC85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94050" y="1830140"/>
              <a:ext cx="595884" cy="595884"/>
            </a:xfrm>
            <a:prstGeom prst="rect">
              <a:avLst/>
            </a:prstGeom>
          </p:spPr>
        </p:pic>
        <p:pic>
          <p:nvPicPr>
            <p:cNvPr id="60" name="Graphic 59" descr="User with solid fill">
              <a:extLst>
                <a:ext uri="{FF2B5EF4-FFF2-40B4-BE49-F238E27FC236}">
                  <a16:creationId xmlns:a16="http://schemas.microsoft.com/office/drawing/2014/main" id="{7F7CD15E-81E5-F282-0DB0-67D5A5BE0C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93077" y="1830140"/>
              <a:ext cx="595884" cy="595884"/>
            </a:xfrm>
            <a:prstGeom prst="rect">
              <a:avLst/>
            </a:prstGeom>
          </p:spPr>
        </p:pic>
        <p:pic>
          <p:nvPicPr>
            <p:cNvPr id="61" name="Graphic 60" descr="User with solid fill">
              <a:extLst>
                <a:ext uri="{FF2B5EF4-FFF2-40B4-BE49-F238E27FC236}">
                  <a16:creationId xmlns:a16="http://schemas.microsoft.com/office/drawing/2014/main" id="{72683CB7-93BB-1301-4B19-12F5288369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92104" y="1830140"/>
              <a:ext cx="595884" cy="595884"/>
            </a:xfrm>
            <a:prstGeom prst="rect">
              <a:avLst/>
            </a:prstGeom>
          </p:spPr>
        </p:pic>
        <p:pic>
          <p:nvPicPr>
            <p:cNvPr id="62" name="Graphic 61" descr="User with solid fill">
              <a:extLst>
                <a:ext uri="{FF2B5EF4-FFF2-40B4-BE49-F238E27FC236}">
                  <a16:creationId xmlns:a16="http://schemas.microsoft.com/office/drawing/2014/main" id="{14FA7B42-B31A-F308-FF8E-DADD9D9F2B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491131" y="1830140"/>
              <a:ext cx="595884" cy="595884"/>
            </a:xfrm>
            <a:prstGeom prst="rect">
              <a:avLst/>
            </a:prstGeom>
          </p:spPr>
        </p:pic>
        <p:pic>
          <p:nvPicPr>
            <p:cNvPr id="63" name="Graphic 62" descr="User with solid fill">
              <a:extLst>
                <a:ext uri="{FF2B5EF4-FFF2-40B4-BE49-F238E27FC236}">
                  <a16:creationId xmlns:a16="http://schemas.microsoft.com/office/drawing/2014/main" id="{135D7797-E1A8-973D-F857-35A14218AC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90158" y="1830140"/>
              <a:ext cx="595884" cy="595884"/>
            </a:xfrm>
            <a:prstGeom prst="rect">
              <a:avLst/>
            </a:prstGeom>
          </p:spPr>
        </p:pic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C894836D-F009-2156-E73C-093FC389F13D}"/>
              </a:ext>
            </a:extLst>
          </p:cNvPr>
          <p:cNvSpPr txBox="1"/>
          <p:nvPr/>
        </p:nvSpPr>
        <p:spPr>
          <a:xfrm>
            <a:off x="4507344" y="1879140"/>
            <a:ext cx="295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# Ways to produce sample</a:t>
            </a:r>
          </a:p>
        </p:txBody>
      </p:sp>
    </p:spTree>
    <p:extLst>
      <p:ext uri="{BB962C8B-B14F-4D97-AF65-F5344CB8AC3E}">
        <p14:creationId xmlns:p14="http://schemas.microsoft.com/office/powerpoint/2010/main" val="1871294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BC4AA-6B54-55C3-6C01-940FE9AE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DC5CFAE-C714-58B4-0FE8-4755AA842BCD}"/>
              </a:ext>
            </a:extLst>
          </p:cNvPr>
          <p:cNvGrpSpPr/>
          <p:nvPr/>
        </p:nvGrpSpPr>
        <p:grpSpPr>
          <a:xfrm rot="5400000" flipH="1">
            <a:off x="1040508" y="3031997"/>
            <a:ext cx="595884" cy="618174"/>
            <a:chOff x="475488" y="1595628"/>
            <a:chExt cx="3666744" cy="380390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264D2DE-A194-74E2-7C9A-5319CC06DA65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6" name="Partial Circle 5">
              <a:extLst>
                <a:ext uri="{FF2B5EF4-FFF2-40B4-BE49-F238E27FC236}">
                  <a16:creationId xmlns:a16="http://schemas.microsoft.com/office/drawing/2014/main" id="{25FBD946-A130-AC12-F8A8-53715CCF597A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8755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84AD90F-AF4B-CE9B-E930-C959A5EF771B}"/>
              </a:ext>
            </a:extLst>
          </p:cNvPr>
          <p:cNvGrpSpPr/>
          <p:nvPr/>
        </p:nvGrpSpPr>
        <p:grpSpPr>
          <a:xfrm rot="10800000" flipH="1">
            <a:off x="1062797" y="3837813"/>
            <a:ext cx="595884" cy="595884"/>
            <a:chOff x="4916424" y="1690688"/>
            <a:chExt cx="3666744" cy="366674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8F2DB3B-7F2A-CEBA-D137-448984E0C1D5}"/>
                </a:ext>
              </a:extLst>
            </p:cNvPr>
            <p:cNvSpPr/>
            <p:nvPr/>
          </p:nvSpPr>
          <p:spPr>
            <a:xfrm>
              <a:off x="4916424" y="169068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9" name="Partial Circle 8">
              <a:extLst>
                <a:ext uri="{FF2B5EF4-FFF2-40B4-BE49-F238E27FC236}">
                  <a16:creationId xmlns:a16="http://schemas.microsoft.com/office/drawing/2014/main" id="{1EFE41B9-1B1A-15EE-E187-8B9D04CED36E}"/>
                </a:ext>
              </a:extLst>
            </p:cNvPr>
            <p:cNvSpPr/>
            <p:nvPr/>
          </p:nvSpPr>
          <p:spPr>
            <a:xfrm rot="16200000">
              <a:off x="4916424" y="1690688"/>
              <a:ext cx="3666744" cy="3666744"/>
            </a:xfrm>
            <a:prstGeom prst="pie">
              <a:avLst>
                <a:gd name="adj1" fmla="val 28755"/>
                <a:gd name="adj2" fmla="val 10825612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08DFAF1-C738-9C82-73EC-7D0ECC7E072C}"/>
              </a:ext>
            </a:extLst>
          </p:cNvPr>
          <p:cNvGrpSpPr/>
          <p:nvPr/>
        </p:nvGrpSpPr>
        <p:grpSpPr>
          <a:xfrm rot="16200000" flipH="1">
            <a:off x="1029362" y="4632484"/>
            <a:ext cx="595884" cy="595884"/>
            <a:chOff x="8145780" y="1528572"/>
            <a:chExt cx="3666744" cy="36667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DC89452-185C-E439-B333-50EC70DB0B73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2" name="Partial Circle 11">
              <a:extLst>
                <a:ext uri="{FF2B5EF4-FFF2-40B4-BE49-F238E27FC236}">
                  <a16:creationId xmlns:a16="http://schemas.microsoft.com/office/drawing/2014/main" id="{83132FAB-2E5C-45EA-9CE1-6F35C7E6700E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8755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C758C5DF-6E7A-E7AD-210E-A2DDCBEBDBB0}"/>
              </a:ext>
            </a:extLst>
          </p:cNvPr>
          <p:cNvSpPr/>
          <p:nvPr/>
        </p:nvSpPr>
        <p:spPr>
          <a:xfrm flipH="1">
            <a:off x="1040507" y="5427154"/>
            <a:ext cx="595884" cy="59588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84FF56E-391E-E1EA-D730-3D4D35DBDFA4}"/>
              </a:ext>
            </a:extLst>
          </p:cNvPr>
          <p:cNvSpPr/>
          <p:nvPr/>
        </p:nvSpPr>
        <p:spPr>
          <a:xfrm flipH="1">
            <a:off x="1051653" y="2248472"/>
            <a:ext cx="595884" cy="59588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89B5961-5CB0-0988-EB3C-45996398CB73}"/>
              </a:ext>
            </a:extLst>
          </p:cNvPr>
          <p:cNvGrpSpPr/>
          <p:nvPr/>
        </p:nvGrpSpPr>
        <p:grpSpPr>
          <a:xfrm>
            <a:off x="1859443" y="2245807"/>
            <a:ext cx="1941140" cy="598549"/>
            <a:chOff x="1960027" y="2245807"/>
            <a:chExt cx="1941140" cy="598549"/>
          </a:xfrm>
        </p:grpSpPr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6B75F08F-3B72-3E41-5840-93FF76BF5F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16" name="Graphic 15" descr="User with solid fill">
              <a:extLst>
                <a:ext uri="{FF2B5EF4-FFF2-40B4-BE49-F238E27FC236}">
                  <a16:creationId xmlns:a16="http://schemas.microsoft.com/office/drawing/2014/main" id="{596D397A-6228-557F-1473-A2CE553B44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17" name="Graphic 16" descr="User with solid fill">
              <a:extLst>
                <a:ext uri="{FF2B5EF4-FFF2-40B4-BE49-F238E27FC236}">
                  <a16:creationId xmlns:a16="http://schemas.microsoft.com/office/drawing/2014/main" id="{BC8132A2-5A58-DCE2-F7EB-98F50CED61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18" name="Graphic 17" descr="User with solid fill">
              <a:extLst>
                <a:ext uri="{FF2B5EF4-FFF2-40B4-BE49-F238E27FC236}">
                  <a16:creationId xmlns:a16="http://schemas.microsoft.com/office/drawing/2014/main" id="{40E6A78E-C78A-E80D-8F70-291B147D59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BC52F07-1D60-A489-2892-FA60D9A80D3D}"/>
              </a:ext>
            </a:extLst>
          </p:cNvPr>
          <p:cNvGrpSpPr/>
          <p:nvPr/>
        </p:nvGrpSpPr>
        <p:grpSpPr>
          <a:xfrm>
            <a:off x="1859443" y="3040477"/>
            <a:ext cx="1941140" cy="598549"/>
            <a:chOff x="1960027" y="2245807"/>
            <a:chExt cx="1941140" cy="598549"/>
          </a:xfrm>
        </p:grpSpPr>
        <p:pic>
          <p:nvPicPr>
            <p:cNvPr id="21" name="Graphic 20" descr="User with solid fill">
              <a:extLst>
                <a:ext uri="{FF2B5EF4-FFF2-40B4-BE49-F238E27FC236}">
                  <a16:creationId xmlns:a16="http://schemas.microsoft.com/office/drawing/2014/main" id="{165017B1-562B-C641-B0DC-6696C22589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22" name="Graphic 21" descr="User with solid fill">
              <a:extLst>
                <a:ext uri="{FF2B5EF4-FFF2-40B4-BE49-F238E27FC236}">
                  <a16:creationId xmlns:a16="http://schemas.microsoft.com/office/drawing/2014/main" id="{C90AB647-4468-2259-61E5-16ADCAC738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23" name="Graphic 22" descr="User with solid fill">
              <a:extLst>
                <a:ext uri="{FF2B5EF4-FFF2-40B4-BE49-F238E27FC236}">
                  <a16:creationId xmlns:a16="http://schemas.microsoft.com/office/drawing/2014/main" id="{C85E9203-1A5E-2F0C-607B-7E85B44E0D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24" name="Graphic 23" descr="User with solid fill">
              <a:extLst>
                <a:ext uri="{FF2B5EF4-FFF2-40B4-BE49-F238E27FC236}">
                  <a16:creationId xmlns:a16="http://schemas.microsoft.com/office/drawing/2014/main" id="{AC082B55-0983-A169-7B49-6D60A161C3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11F328-AB5F-4960-0AE7-4E439D6A015D}"/>
              </a:ext>
            </a:extLst>
          </p:cNvPr>
          <p:cNvGrpSpPr/>
          <p:nvPr/>
        </p:nvGrpSpPr>
        <p:grpSpPr>
          <a:xfrm>
            <a:off x="1859443" y="3832482"/>
            <a:ext cx="1941140" cy="598549"/>
            <a:chOff x="1960027" y="2245807"/>
            <a:chExt cx="1941140" cy="598549"/>
          </a:xfrm>
        </p:grpSpPr>
        <p:pic>
          <p:nvPicPr>
            <p:cNvPr id="26" name="Graphic 25" descr="User with solid fill">
              <a:extLst>
                <a:ext uri="{FF2B5EF4-FFF2-40B4-BE49-F238E27FC236}">
                  <a16:creationId xmlns:a16="http://schemas.microsoft.com/office/drawing/2014/main" id="{7C03BB44-140A-9A33-1F32-73DBA8AA07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27" name="Graphic 26" descr="User with solid fill">
              <a:extLst>
                <a:ext uri="{FF2B5EF4-FFF2-40B4-BE49-F238E27FC236}">
                  <a16:creationId xmlns:a16="http://schemas.microsoft.com/office/drawing/2014/main" id="{78CE9B1A-E2AA-DA6C-CDE4-E1963F1722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28" name="Graphic 27" descr="User with solid fill">
              <a:extLst>
                <a:ext uri="{FF2B5EF4-FFF2-40B4-BE49-F238E27FC236}">
                  <a16:creationId xmlns:a16="http://schemas.microsoft.com/office/drawing/2014/main" id="{06B4053C-85C5-A36C-CE53-DAB69A0AE7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29" name="Graphic 28" descr="User with solid fill">
              <a:extLst>
                <a:ext uri="{FF2B5EF4-FFF2-40B4-BE49-F238E27FC236}">
                  <a16:creationId xmlns:a16="http://schemas.microsoft.com/office/drawing/2014/main" id="{5DBEC144-460F-89CA-CEC7-359BCAAF0E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C66456D-E254-D7F9-D3FE-BDCE568C960B}"/>
              </a:ext>
            </a:extLst>
          </p:cNvPr>
          <p:cNvGrpSpPr/>
          <p:nvPr/>
        </p:nvGrpSpPr>
        <p:grpSpPr>
          <a:xfrm>
            <a:off x="1859443" y="4632484"/>
            <a:ext cx="1941140" cy="598549"/>
            <a:chOff x="1960027" y="2245807"/>
            <a:chExt cx="1941140" cy="598549"/>
          </a:xfrm>
        </p:grpSpPr>
        <p:pic>
          <p:nvPicPr>
            <p:cNvPr id="31" name="Graphic 30" descr="User with solid fill">
              <a:extLst>
                <a:ext uri="{FF2B5EF4-FFF2-40B4-BE49-F238E27FC236}">
                  <a16:creationId xmlns:a16="http://schemas.microsoft.com/office/drawing/2014/main" id="{B65887D3-BA2B-3C53-9673-CA9C1F04E6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32" name="Graphic 31" descr="User with solid fill">
              <a:extLst>
                <a:ext uri="{FF2B5EF4-FFF2-40B4-BE49-F238E27FC236}">
                  <a16:creationId xmlns:a16="http://schemas.microsoft.com/office/drawing/2014/main" id="{7AAC1D68-FA8A-E496-FC6F-5F3404DF25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33" name="Graphic 32" descr="User with solid fill">
              <a:extLst>
                <a:ext uri="{FF2B5EF4-FFF2-40B4-BE49-F238E27FC236}">
                  <a16:creationId xmlns:a16="http://schemas.microsoft.com/office/drawing/2014/main" id="{8733D885-6E47-922B-152F-D08969E7B4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34" name="Graphic 33" descr="User with solid fill">
              <a:extLst>
                <a:ext uri="{FF2B5EF4-FFF2-40B4-BE49-F238E27FC236}">
                  <a16:creationId xmlns:a16="http://schemas.microsoft.com/office/drawing/2014/main" id="{96480B38-B46E-618E-512E-32F8C15D29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ADE1320-E64C-8C64-298F-61E924E5B3C6}"/>
              </a:ext>
            </a:extLst>
          </p:cNvPr>
          <p:cNvGrpSpPr/>
          <p:nvPr/>
        </p:nvGrpSpPr>
        <p:grpSpPr>
          <a:xfrm>
            <a:off x="1859443" y="5427154"/>
            <a:ext cx="1941140" cy="598549"/>
            <a:chOff x="1960027" y="2245807"/>
            <a:chExt cx="1941140" cy="598549"/>
          </a:xfrm>
        </p:grpSpPr>
        <p:pic>
          <p:nvPicPr>
            <p:cNvPr id="36" name="Graphic 35" descr="User with solid fill">
              <a:extLst>
                <a:ext uri="{FF2B5EF4-FFF2-40B4-BE49-F238E27FC236}">
                  <a16:creationId xmlns:a16="http://schemas.microsoft.com/office/drawing/2014/main" id="{1D567154-CF67-494D-E00B-5E963B36D5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37" name="Graphic 36" descr="User with solid fill">
              <a:extLst>
                <a:ext uri="{FF2B5EF4-FFF2-40B4-BE49-F238E27FC236}">
                  <a16:creationId xmlns:a16="http://schemas.microsoft.com/office/drawing/2014/main" id="{3707B652-88AA-7DE0-94E2-CE90DD6368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38" name="Graphic 37" descr="User with solid fill">
              <a:extLst>
                <a:ext uri="{FF2B5EF4-FFF2-40B4-BE49-F238E27FC236}">
                  <a16:creationId xmlns:a16="http://schemas.microsoft.com/office/drawing/2014/main" id="{5E3D602F-03ED-C6FD-6E05-26B65864E5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39" name="Graphic 38" descr="User with solid fill">
              <a:extLst>
                <a:ext uri="{FF2B5EF4-FFF2-40B4-BE49-F238E27FC236}">
                  <a16:creationId xmlns:a16="http://schemas.microsoft.com/office/drawing/2014/main" id="{E9DF88F5-DB9B-EF3F-ABFF-8977736C08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sp>
        <p:nvSpPr>
          <p:cNvPr id="42" name="Title 1">
            <a:extLst>
              <a:ext uri="{FF2B5EF4-FFF2-40B4-BE49-F238E27FC236}">
                <a16:creationId xmlns:a16="http://schemas.microsoft.com/office/drawing/2014/main" id="{46371388-868F-4B1C-E021-87642836D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4804"/>
            <a:ext cx="10515600" cy="595884"/>
          </a:xfrm>
        </p:spPr>
        <p:txBody>
          <a:bodyPr>
            <a:normAutofit fontScale="90000"/>
          </a:bodyPr>
          <a:lstStyle/>
          <a:p>
            <a:r>
              <a:rPr lang="en-NZ" dirty="0">
                <a:solidFill>
                  <a:schemeClr val="bg1"/>
                </a:solidFill>
              </a:rPr>
              <a:t>The long inefficient way: counting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E171C2F-8812-DFF7-B992-0DA1ADA90745}"/>
              </a:ext>
            </a:extLst>
          </p:cNvPr>
          <p:cNvGrpSpPr/>
          <p:nvPr/>
        </p:nvGrpSpPr>
        <p:grpSpPr>
          <a:xfrm>
            <a:off x="1062797" y="399527"/>
            <a:ext cx="10077388" cy="595884"/>
            <a:chOff x="995996" y="1830140"/>
            <a:chExt cx="10077388" cy="595884"/>
          </a:xfrm>
        </p:grpSpPr>
        <p:pic>
          <p:nvPicPr>
            <p:cNvPr id="44" name="Graphic 43" descr="User with solid fill">
              <a:extLst>
                <a:ext uri="{FF2B5EF4-FFF2-40B4-BE49-F238E27FC236}">
                  <a16:creationId xmlns:a16="http://schemas.microsoft.com/office/drawing/2014/main" id="{54B50E4E-BFB7-160F-6062-5A5503BEFD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89185" y="1830140"/>
              <a:ext cx="595884" cy="595884"/>
            </a:xfrm>
            <a:prstGeom prst="rect">
              <a:avLst/>
            </a:prstGeom>
          </p:spPr>
        </p:pic>
        <p:pic>
          <p:nvPicPr>
            <p:cNvPr id="45" name="Graphic 44" descr="User with solid fill">
              <a:extLst>
                <a:ext uri="{FF2B5EF4-FFF2-40B4-BE49-F238E27FC236}">
                  <a16:creationId xmlns:a16="http://schemas.microsoft.com/office/drawing/2014/main" id="{D3F2F63F-4E2A-4957-0BF6-4A078C34FA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88212" y="1830140"/>
              <a:ext cx="595884" cy="595884"/>
            </a:xfrm>
            <a:prstGeom prst="rect">
              <a:avLst/>
            </a:prstGeom>
          </p:spPr>
        </p:pic>
        <p:pic>
          <p:nvPicPr>
            <p:cNvPr id="46" name="Graphic 45" descr="User with solid fill">
              <a:extLst>
                <a:ext uri="{FF2B5EF4-FFF2-40B4-BE49-F238E27FC236}">
                  <a16:creationId xmlns:a16="http://schemas.microsoft.com/office/drawing/2014/main" id="{8AAB438F-8276-E725-6016-FA61E643BD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87239" y="1830140"/>
              <a:ext cx="595884" cy="595884"/>
            </a:xfrm>
            <a:prstGeom prst="rect">
              <a:avLst/>
            </a:prstGeom>
          </p:spPr>
        </p:pic>
        <p:pic>
          <p:nvPicPr>
            <p:cNvPr id="47" name="Graphic 46" descr="User with solid fill">
              <a:extLst>
                <a:ext uri="{FF2B5EF4-FFF2-40B4-BE49-F238E27FC236}">
                  <a16:creationId xmlns:a16="http://schemas.microsoft.com/office/drawing/2014/main" id="{17EF6ADB-926D-6A86-85A8-25DEDC3B06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986266" y="1830140"/>
              <a:ext cx="595884" cy="595884"/>
            </a:xfrm>
            <a:prstGeom prst="rect">
              <a:avLst/>
            </a:prstGeom>
          </p:spPr>
        </p:pic>
        <p:pic>
          <p:nvPicPr>
            <p:cNvPr id="48" name="Graphic 47" descr="User with solid fill">
              <a:extLst>
                <a:ext uri="{FF2B5EF4-FFF2-40B4-BE49-F238E27FC236}">
                  <a16:creationId xmlns:a16="http://schemas.microsoft.com/office/drawing/2014/main" id="{1FE1A784-425B-4E3E-D98F-EEEBBCCF8C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485293" y="1830140"/>
              <a:ext cx="595884" cy="595884"/>
            </a:xfrm>
            <a:prstGeom prst="rect">
              <a:avLst/>
            </a:prstGeom>
          </p:spPr>
        </p:pic>
        <p:pic>
          <p:nvPicPr>
            <p:cNvPr id="49" name="Graphic 48" descr="User with solid fill">
              <a:extLst>
                <a:ext uri="{FF2B5EF4-FFF2-40B4-BE49-F238E27FC236}">
                  <a16:creationId xmlns:a16="http://schemas.microsoft.com/office/drawing/2014/main" id="{4D52EE2C-9A44-F9CC-2DB0-1194C92598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84320" y="1830140"/>
              <a:ext cx="595884" cy="595884"/>
            </a:xfrm>
            <a:prstGeom prst="rect">
              <a:avLst/>
            </a:prstGeom>
          </p:spPr>
        </p:pic>
        <p:pic>
          <p:nvPicPr>
            <p:cNvPr id="50" name="Graphic 49" descr="User with solid fill">
              <a:extLst>
                <a:ext uri="{FF2B5EF4-FFF2-40B4-BE49-F238E27FC236}">
                  <a16:creationId xmlns:a16="http://schemas.microsoft.com/office/drawing/2014/main" id="{B36F2860-7B54-5B1F-045D-5712FEA190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83347" y="1830140"/>
              <a:ext cx="595884" cy="595884"/>
            </a:xfrm>
            <a:prstGeom prst="rect">
              <a:avLst/>
            </a:prstGeom>
          </p:spPr>
        </p:pic>
        <p:pic>
          <p:nvPicPr>
            <p:cNvPr id="51" name="Graphic 50" descr="User with solid fill">
              <a:extLst>
                <a:ext uri="{FF2B5EF4-FFF2-40B4-BE49-F238E27FC236}">
                  <a16:creationId xmlns:a16="http://schemas.microsoft.com/office/drawing/2014/main" id="{75770B66-5F70-537E-2F0D-5018E3A85A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82374" y="1830140"/>
              <a:ext cx="595884" cy="595884"/>
            </a:xfrm>
            <a:prstGeom prst="rect">
              <a:avLst/>
            </a:prstGeom>
          </p:spPr>
        </p:pic>
        <p:pic>
          <p:nvPicPr>
            <p:cNvPr id="52" name="Graphic 51" descr="User with solid fill">
              <a:extLst>
                <a:ext uri="{FF2B5EF4-FFF2-40B4-BE49-F238E27FC236}">
                  <a16:creationId xmlns:a16="http://schemas.microsoft.com/office/drawing/2014/main" id="{72D9C3F1-1F62-B5B6-9AE5-58757DAB25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481401" y="1830140"/>
              <a:ext cx="595884" cy="595884"/>
            </a:xfrm>
            <a:prstGeom prst="rect">
              <a:avLst/>
            </a:prstGeom>
          </p:spPr>
        </p:pic>
        <p:pic>
          <p:nvPicPr>
            <p:cNvPr id="53" name="Graphic 52" descr="User with solid fill">
              <a:extLst>
                <a:ext uri="{FF2B5EF4-FFF2-40B4-BE49-F238E27FC236}">
                  <a16:creationId xmlns:a16="http://schemas.microsoft.com/office/drawing/2014/main" id="{A63C6B6B-E4DB-4F94-C8E4-76635B17B2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80428" y="1830140"/>
              <a:ext cx="595884" cy="595884"/>
            </a:xfrm>
            <a:prstGeom prst="rect">
              <a:avLst/>
            </a:prstGeom>
          </p:spPr>
        </p:pic>
        <p:pic>
          <p:nvPicPr>
            <p:cNvPr id="54" name="Graphic 53" descr="User with solid fill">
              <a:extLst>
                <a:ext uri="{FF2B5EF4-FFF2-40B4-BE49-F238E27FC236}">
                  <a16:creationId xmlns:a16="http://schemas.microsoft.com/office/drawing/2014/main" id="{65BB3AA7-6034-3DE2-B963-C4C08BE0D3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79455" y="1830140"/>
              <a:ext cx="595884" cy="595884"/>
            </a:xfrm>
            <a:prstGeom prst="rect">
              <a:avLst/>
            </a:prstGeom>
          </p:spPr>
        </p:pic>
        <p:pic>
          <p:nvPicPr>
            <p:cNvPr id="55" name="Graphic 54" descr="User with solid fill">
              <a:extLst>
                <a:ext uri="{FF2B5EF4-FFF2-40B4-BE49-F238E27FC236}">
                  <a16:creationId xmlns:a16="http://schemas.microsoft.com/office/drawing/2014/main" id="{0D6AE849-FC50-0AA1-FAE1-AD99AFE14C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978482" y="1830140"/>
              <a:ext cx="595884" cy="595884"/>
            </a:xfrm>
            <a:prstGeom prst="rect">
              <a:avLst/>
            </a:prstGeom>
          </p:spPr>
        </p:pic>
        <p:pic>
          <p:nvPicPr>
            <p:cNvPr id="56" name="Graphic 55" descr="User with solid fill">
              <a:extLst>
                <a:ext uri="{FF2B5EF4-FFF2-40B4-BE49-F238E27FC236}">
                  <a16:creationId xmlns:a16="http://schemas.microsoft.com/office/drawing/2014/main" id="{D826B168-1216-92D3-3FAB-F327C0AF47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477500" y="1830140"/>
              <a:ext cx="595884" cy="595884"/>
            </a:xfrm>
            <a:prstGeom prst="rect">
              <a:avLst/>
            </a:prstGeom>
          </p:spPr>
        </p:pic>
        <p:pic>
          <p:nvPicPr>
            <p:cNvPr id="57" name="Graphic 56" descr="User with solid fill">
              <a:extLst>
                <a:ext uri="{FF2B5EF4-FFF2-40B4-BE49-F238E27FC236}">
                  <a16:creationId xmlns:a16="http://schemas.microsoft.com/office/drawing/2014/main" id="{DE2AAEAE-EF42-B8AF-1013-DAE6BA2A8E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95996" y="1830140"/>
              <a:ext cx="595884" cy="595884"/>
            </a:xfrm>
            <a:prstGeom prst="rect">
              <a:avLst/>
            </a:prstGeom>
          </p:spPr>
        </p:pic>
        <p:pic>
          <p:nvPicPr>
            <p:cNvPr id="58" name="Graphic 57" descr="User with solid fill">
              <a:extLst>
                <a:ext uri="{FF2B5EF4-FFF2-40B4-BE49-F238E27FC236}">
                  <a16:creationId xmlns:a16="http://schemas.microsoft.com/office/drawing/2014/main" id="{8C379B44-FBCF-6E77-F4FD-21F84B8AD3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95023" y="1830140"/>
              <a:ext cx="595884" cy="595884"/>
            </a:xfrm>
            <a:prstGeom prst="rect">
              <a:avLst/>
            </a:prstGeom>
          </p:spPr>
        </p:pic>
        <p:pic>
          <p:nvPicPr>
            <p:cNvPr id="59" name="Graphic 58" descr="User with solid fill">
              <a:extLst>
                <a:ext uri="{FF2B5EF4-FFF2-40B4-BE49-F238E27FC236}">
                  <a16:creationId xmlns:a16="http://schemas.microsoft.com/office/drawing/2014/main" id="{1FB3A5F7-17E4-16F8-5FA3-447B570312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94050" y="1830140"/>
              <a:ext cx="595884" cy="595884"/>
            </a:xfrm>
            <a:prstGeom prst="rect">
              <a:avLst/>
            </a:prstGeom>
          </p:spPr>
        </p:pic>
        <p:pic>
          <p:nvPicPr>
            <p:cNvPr id="60" name="Graphic 59" descr="User with solid fill">
              <a:extLst>
                <a:ext uri="{FF2B5EF4-FFF2-40B4-BE49-F238E27FC236}">
                  <a16:creationId xmlns:a16="http://schemas.microsoft.com/office/drawing/2014/main" id="{22E24DB9-9B55-9A9C-4D04-4B0C307422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93077" y="1830140"/>
              <a:ext cx="595884" cy="595884"/>
            </a:xfrm>
            <a:prstGeom prst="rect">
              <a:avLst/>
            </a:prstGeom>
          </p:spPr>
        </p:pic>
        <p:pic>
          <p:nvPicPr>
            <p:cNvPr id="61" name="Graphic 60" descr="User with solid fill">
              <a:extLst>
                <a:ext uri="{FF2B5EF4-FFF2-40B4-BE49-F238E27FC236}">
                  <a16:creationId xmlns:a16="http://schemas.microsoft.com/office/drawing/2014/main" id="{A3E50424-2D51-1403-4BB3-2B3ED91E9A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92104" y="1830140"/>
              <a:ext cx="595884" cy="595884"/>
            </a:xfrm>
            <a:prstGeom prst="rect">
              <a:avLst/>
            </a:prstGeom>
          </p:spPr>
        </p:pic>
        <p:pic>
          <p:nvPicPr>
            <p:cNvPr id="62" name="Graphic 61" descr="User with solid fill">
              <a:extLst>
                <a:ext uri="{FF2B5EF4-FFF2-40B4-BE49-F238E27FC236}">
                  <a16:creationId xmlns:a16="http://schemas.microsoft.com/office/drawing/2014/main" id="{9C51F6E6-65EE-2FF0-271F-9891FF7C59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491131" y="1830140"/>
              <a:ext cx="595884" cy="595884"/>
            </a:xfrm>
            <a:prstGeom prst="rect">
              <a:avLst/>
            </a:prstGeom>
          </p:spPr>
        </p:pic>
        <p:pic>
          <p:nvPicPr>
            <p:cNvPr id="63" name="Graphic 62" descr="User with solid fill">
              <a:extLst>
                <a:ext uri="{FF2B5EF4-FFF2-40B4-BE49-F238E27FC236}">
                  <a16:creationId xmlns:a16="http://schemas.microsoft.com/office/drawing/2014/main" id="{DC4EC941-D868-281A-9788-1816E6673F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90158" y="1830140"/>
              <a:ext cx="595884" cy="595884"/>
            </a:xfrm>
            <a:prstGeom prst="rect">
              <a:avLst/>
            </a:prstGeom>
          </p:spPr>
        </p:pic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FFD4C419-DFFB-5913-1C76-4F1BFEF9F280}"/>
              </a:ext>
            </a:extLst>
          </p:cNvPr>
          <p:cNvSpPr/>
          <p:nvPr/>
        </p:nvSpPr>
        <p:spPr>
          <a:xfrm>
            <a:off x="1111875" y="323273"/>
            <a:ext cx="513372" cy="771531"/>
          </a:xfrm>
          <a:custGeom>
            <a:avLst/>
            <a:gdLst>
              <a:gd name="csX0" fmla="*/ 0 w 513372"/>
              <a:gd name="csY0" fmla="*/ 0 h 771531"/>
              <a:gd name="csX1" fmla="*/ 513372 w 513372"/>
              <a:gd name="csY1" fmla="*/ 0 h 771531"/>
              <a:gd name="csX2" fmla="*/ 513372 w 513372"/>
              <a:gd name="csY2" fmla="*/ 362620 h 771531"/>
              <a:gd name="csX3" fmla="*/ 513372 w 513372"/>
              <a:gd name="csY3" fmla="*/ 771531 h 771531"/>
              <a:gd name="csX4" fmla="*/ 0 w 513372"/>
              <a:gd name="csY4" fmla="*/ 771531 h 771531"/>
              <a:gd name="csX5" fmla="*/ 0 w 513372"/>
              <a:gd name="csY5" fmla="*/ 393481 h 771531"/>
              <a:gd name="csX6" fmla="*/ 0 w 513372"/>
              <a:gd name="csY6" fmla="*/ 0 h 771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13372" h="771531" extrusionOk="0">
                <a:moveTo>
                  <a:pt x="0" y="0"/>
                </a:moveTo>
                <a:cubicBezTo>
                  <a:pt x="195247" y="-11801"/>
                  <a:pt x="392310" y="8641"/>
                  <a:pt x="513372" y="0"/>
                </a:cubicBezTo>
                <a:cubicBezTo>
                  <a:pt x="514013" y="96166"/>
                  <a:pt x="504021" y="254187"/>
                  <a:pt x="513372" y="362620"/>
                </a:cubicBezTo>
                <a:cubicBezTo>
                  <a:pt x="522723" y="471053"/>
                  <a:pt x="500536" y="568602"/>
                  <a:pt x="513372" y="771531"/>
                </a:cubicBezTo>
                <a:cubicBezTo>
                  <a:pt x="292041" y="798942"/>
                  <a:pt x="134501" y="713656"/>
                  <a:pt x="0" y="771531"/>
                </a:cubicBezTo>
                <a:cubicBezTo>
                  <a:pt x="-6275" y="634522"/>
                  <a:pt x="26307" y="525137"/>
                  <a:pt x="0" y="393481"/>
                </a:cubicBezTo>
                <a:cubicBezTo>
                  <a:pt x="-26307" y="261825"/>
                  <a:pt x="23450" y="88824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accent5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2854AEB-74A4-3CCD-DF9C-233C9A16932D}"/>
              </a:ext>
            </a:extLst>
          </p:cNvPr>
          <p:cNvGrpSpPr/>
          <p:nvPr/>
        </p:nvGrpSpPr>
        <p:grpSpPr>
          <a:xfrm>
            <a:off x="4517017" y="2359083"/>
            <a:ext cx="332074" cy="3547570"/>
            <a:chOff x="4517017" y="2359083"/>
            <a:chExt cx="332074" cy="3547570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A43655E-B624-3CD6-299A-138EEB2A6EB5}"/>
                </a:ext>
              </a:extLst>
            </p:cNvPr>
            <p:cNvSpPr txBox="1"/>
            <p:nvPr/>
          </p:nvSpPr>
          <p:spPr>
            <a:xfrm>
              <a:off x="4517020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37499F3-AC85-C0D4-8124-A775FE2F3E0C}"/>
                </a:ext>
              </a:extLst>
            </p:cNvPr>
            <p:cNvSpPr txBox="1"/>
            <p:nvPr/>
          </p:nvSpPr>
          <p:spPr>
            <a:xfrm>
              <a:off x="4517019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DC04344-3AA2-0CCD-1C2E-219D8DFED004}"/>
                </a:ext>
              </a:extLst>
            </p:cNvPr>
            <p:cNvSpPr txBox="1"/>
            <p:nvPr/>
          </p:nvSpPr>
          <p:spPr>
            <a:xfrm>
              <a:off x="4517017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31E20D8-2B34-5BC2-1302-1CC8CDA02F31}"/>
                </a:ext>
              </a:extLst>
            </p:cNvPr>
            <p:cNvSpPr txBox="1"/>
            <p:nvPr/>
          </p:nvSpPr>
          <p:spPr>
            <a:xfrm>
              <a:off x="4517018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5F8967D-580C-A5D8-BFB0-CC0CFB2E58C2}"/>
                </a:ext>
              </a:extLst>
            </p:cNvPr>
            <p:cNvSpPr txBox="1"/>
            <p:nvPr/>
          </p:nvSpPr>
          <p:spPr>
            <a:xfrm>
              <a:off x="4517017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92276424-9589-2A68-CD5D-516854D10790}"/>
              </a:ext>
            </a:extLst>
          </p:cNvPr>
          <p:cNvSpPr txBox="1"/>
          <p:nvPr/>
        </p:nvSpPr>
        <p:spPr>
          <a:xfrm>
            <a:off x="4507344" y="1879140"/>
            <a:ext cx="295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# Ways to produce sample</a:t>
            </a:r>
          </a:p>
        </p:txBody>
      </p:sp>
    </p:spTree>
    <p:extLst>
      <p:ext uri="{BB962C8B-B14F-4D97-AF65-F5344CB8AC3E}">
        <p14:creationId xmlns:p14="http://schemas.microsoft.com/office/powerpoint/2010/main" val="1783285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441C3-D3FE-FD13-6487-721216B1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A3CE92A-9E07-1D17-6C13-2BFB6810DFDB}"/>
              </a:ext>
            </a:extLst>
          </p:cNvPr>
          <p:cNvGrpSpPr/>
          <p:nvPr/>
        </p:nvGrpSpPr>
        <p:grpSpPr>
          <a:xfrm rot="5400000" flipH="1">
            <a:off x="1040508" y="3031997"/>
            <a:ext cx="595884" cy="618174"/>
            <a:chOff x="475488" y="1595628"/>
            <a:chExt cx="3666744" cy="380390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3D8C53-5353-E219-C6ED-4FC5EACB737B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6" name="Partial Circle 5">
              <a:extLst>
                <a:ext uri="{FF2B5EF4-FFF2-40B4-BE49-F238E27FC236}">
                  <a16:creationId xmlns:a16="http://schemas.microsoft.com/office/drawing/2014/main" id="{33AC6BBE-9F21-83D9-DEC0-4D7D359B745A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8755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FEB004B-8B64-5C05-0EFC-2706A5DE2D55}"/>
              </a:ext>
            </a:extLst>
          </p:cNvPr>
          <p:cNvGrpSpPr/>
          <p:nvPr/>
        </p:nvGrpSpPr>
        <p:grpSpPr>
          <a:xfrm rot="10800000" flipH="1">
            <a:off x="1062797" y="3837813"/>
            <a:ext cx="595884" cy="595884"/>
            <a:chOff x="4916424" y="1690688"/>
            <a:chExt cx="3666744" cy="366674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87C0DAE-F5C7-4C75-0DC7-9BA1660D982D}"/>
                </a:ext>
              </a:extLst>
            </p:cNvPr>
            <p:cNvSpPr/>
            <p:nvPr/>
          </p:nvSpPr>
          <p:spPr>
            <a:xfrm>
              <a:off x="4916424" y="169068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9" name="Partial Circle 8">
              <a:extLst>
                <a:ext uri="{FF2B5EF4-FFF2-40B4-BE49-F238E27FC236}">
                  <a16:creationId xmlns:a16="http://schemas.microsoft.com/office/drawing/2014/main" id="{E5A8E731-E2A2-BFF3-7E0F-88B2E8004F1A}"/>
                </a:ext>
              </a:extLst>
            </p:cNvPr>
            <p:cNvSpPr/>
            <p:nvPr/>
          </p:nvSpPr>
          <p:spPr>
            <a:xfrm rot="16200000">
              <a:off x="4916424" y="1690688"/>
              <a:ext cx="3666744" cy="3666744"/>
            </a:xfrm>
            <a:prstGeom prst="pie">
              <a:avLst>
                <a:gd name="adj1" fmla="val 28755"/>
                <a:gd name="adj2" fmla="val 10825612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0E8CB5-1BB0-B61B-EB8A-8BE242606AC7}"/>
              </a:ext>
            </a:extLst>
          </p:cNvPr>
          <p:cNvGrpSpPr/>
          <p:nvPr/>
        </p:nvGrpSpPr>
        <p:grpSpPr>
          <a:xfrm rot="16200000" flipH="1">
            <a:off x="1029362" y="4632484"/>
            <a:ext cx="595884" cy="595884"/>
            <a:chOff x="8145780" y="1528572"/>
            <a:chExt cx="3666744" cy="36667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57CFAA1-1609-31C9-6DEF-99156BACE462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2" name="Partial Circle 11">
              <a:extLst>
                <a:ext uri="{FF2B5EF4-FFF2-40B4-BE49-F238E27FC236}">
                  <a16:creationId xmlns:a16="http://schemas.microsoft.com/office/drawing/2014/main" id="{D3D95595-4485-9763-C24A-B3546AC9C5F5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8755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9295C404-222D-0D60-F9DF-891BEDF3C8E7}"/>
              </a:ext>
            </a:extLst>
          </p:cNvPr>
          <p:cNvSpPr/>
          <p:nvPr/>
        </p:nvSpPr>
        <p:spPr>
          <a:xfrm flipH="1">
            <a:off x="1040507" y="5427154"/>
            <a:ext cx="595884" cy="59588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F692E51-56E7-A363-E775-A20C01CA6911}"/>
              </a:ext>
            </a:extLst>
          </p:cNvPr>
          <p:cNvSpPr/>
          <p:nvPr/>
        </p:nvSpPr>
        <p:spPr>
          <a:xfrm flipH="1">
            <a:off x="1051653" y="2248472"/>
            <a:ext cx="595884" cy="59588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6BE9E29-AC8E-E24B-16A7-434133EC1EF1}"/>
              </a:ext>
            </a:extLst>
          </p:cNvPr>
          <p:cNvGrpSpPr/>
          <p:nvPr/>
        </p:nvGrpSpPr>
        <p:grpSpPr>
          <a:xfrm>
            <a:off x="1859443" y="2245807"/>
            <a:ext cx="1941140" cy="598549"/>
            <a:chOff x="1960027" y="2245807"/>
            <a:chExt cx="1941140" cy="598549"/>
          </a:xfrm>
        </p:grpSpPr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6C7B535B-74FC-F401-D106-B553886947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16" name="Graphic 15" descr="User with solid fill">
              <a:extLst>
                <a:ext uri="{FF2B5EF4-FFF2-40B4-BE49-F238E27FC236}">
                  <a16:creationId xmlns:a16="http://schemas.microsoft.com/office/drawing/2014/main" id="{83D0FD6E-38B5-F63C-7489-1AECA2F0A9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17" name="Graphic 16" descr="User with solid fill">
              <a:extLst>
                <a:ext uri="{FF2B5EF4-FFF2-40B4-BE49-F238E27FC236}">
                  <a16:creationId xmlns:a16="http://schemas.microsoft.com/office/drawing/2014/main" id="{5728CF91-8182-4F6B-C6B7-86F5AA67C7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18" name="Graphic 17" descr="User with solid fill">
              <a:extLst>
                <a:ext uri="{FF2B5EF4-FFF2-40B4-BE49-F238E27FC236}">
                  <a16:creationId xmlns:a16="http://schemas.microsoft.com/office/drawing/2014/main" id="{2F2C340B-C3F8-E9CE-A722-E6052838BA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E73D91-40DD-7C9B-BB95-37348ED916A7}"/>
              </a:ext>
            </a:extLst>
          </p:cNvPr>
          <p:cNvGrpSpPr/>
          <p:nvPr/>
        </p:nvGrpSpPr>
        <p:grpSpPr>
          <a:xfrm>
            <a:off x="1859443" y="3040477"/>
            <a:ext cx="1941140" cy="598549"/>
            <a:chOff x="1960027" y="2245807"/>
            <a:chExt cx="1941140" cy="598549"/>
          </a:xfrm>
        </p:grpSpPr>
        <p:pic>
          <p:nvPicPr>
            <p:cNvPr id="21" name="Graphic 20" descr="User with solid fill">
              <a:extLst>
                <a:ext uri="{FF2B5EF4-FFF2-40B4-BE49-F238E27FC236}">
                  <a16:creationId xmlns:a16="http://schemas.microsoft.com/office/drawing/2014/main" id="{FAAB702B-1ED1-74BE-7DA9-489D5C0DBE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22" name="Graphic 21" descr="User with solid fill">
              <a:extLst>
                <a:ext uri="{FF2B5EF4-FFF2-40B4-BE49-F238E27FC236}">
                  <a16:creationId xmlns:a16="http://schemas.microsoft.com/office/drawing/2014/main" id="{3C7B0E1D-14E4-5193-081D-1D7DCCB78E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23" name="Graphic 22" descr="User with solid fill">
              <a:extLst>
                <a:ext uri="{FF2B5EF4-FFF2-40B4-BE49-F238E27FC236}">
                  <a16:creationId xmlns:a16="http://schemas.microsoft.com/office/drawing/2014/main" id="{0A6922E0-0055-FB77-7F36-FF975CFE6E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24" name="Graphic 23" descr="User with solid fill">
              <a:extLst>
                <a:ext uri="{FF2B5EF4-FFF2-40B4-BE49-F238E27FC236}">
                  <a16:creationId xmlns:a16="http://schemas.microsoft.com/office/drawing/2014/main" id="{57D25653-8247-EEC5-527D-257BC9A06E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23FAD05-50B6-8F52-A2D0-C444DFF744AC}"/>
              </a:ext>
            </a:extLst>
          </p:cNvPr>
          <p:cNvGrpSpPr/>
          <p:nvPr/>
        </p:nvGrpSpPr>
        <p:grpSpPr>
          <a:xfrm>
            <a:off x="1859443" y="3832482"/>
            <a:ext cx="1941140" cy="598549"/>
            <a:chOff x="1960027" y="2245807"/>
            <a:chExt cx="1941140" cy="598549"/>
          </a:xfrm>
        </p:grpSpPr>
        <p:pic>
          <p:nvPicPr>
            <p:cNvPr id="26" name="Graphic 25" descr="User with solid fill">
              <a:extLst>
                <a:ext uri="{FF2B5EF4-FFF2-40B4-BE49-F238E27FC236}">
                  <a16:creationId xmlns:a16="http://schemas.microsoft.com/office/drawing/2014/main" id="{12BDCA1A-03C3-124A-76AD-5BBF2D3456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27" name="Graphic 26" descr="User with solid fill">
              <a:extLst>
                <a:ext uri="{FF2B5EF4-FFF2-40B4-BE49-F238E27FC236}">
                  <a16:creationId xmlns:a16="http://schemas.microsoft.com/office/drawing/2014/main" id="{4E166DBE-9132-2A26-EFE2-055F45213B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28" name="Graphic 27" descr="User with solid fill">
              <a:extLst>
                <a:ext uri="{FF2B5EF4-FFF2-40B4-BE49-F238E27FC236}">
                  <a16:creationId xmlns:a16="http://schemas.microsoft.com/office/drawing/2014/main" id="{E77F1180-26E1-EE4D-A6D3-619B4893EE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29" name="Graphic 28" descr="User with solid fill">
              <a:extLst>
                <a:ext uri="{FF2B5EF4-FFF2-40B4-BE49-F238E27FC236}">
                  <a16:creationId xmlns:a16="http://schemas.microsoft.com/office/drawing/2014/main" id="{4A02D181-9C2C-0D41-78AD-B4E5B68F91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3323AB9-78F7-CCF4-ABE7-6AE9624F1DAC}"/>
              </a:ext>
            </a:extLst>
          </p:cNvPr>
          <p:cNvGrpSpPr/>
          <p:nvPr/>
        </p:nvGrpSpPr>
        <p:grpSpPr>
          <a:xfrm>
            <a:off x="1859443" y="4632484"/>
            <a:ext cx="1941140" cy="598549"/>
            <a:chOff x="1960027" y="2245807"/>
            <a:chExt cx="1941140" cy="598549"/>
          </a:xfrm>
        </p:grpSpPr>
        <p:pic>
          <p:nvPicPr>
            <p:cNvPr id="31" name="Graphic 30" descr="User with solid fill">
              <a:extLst>
                <a:ext uri="{FF2B5EF4-FFF2-40B4-BE49-F238E27FC236}">
                  <a16:creationId xmlns:a16="http://schemas.microsoft.com/office/drawing/2014/main" id="{F92531CC-803A-9383-5449-1AFD9B1711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32" name="Graphic 31" descr="User with solid fill">
              <a:extLst>
                <a:ext uri="{FF2B5EF4-FFF2-40B4-BE49-F238E27FC236}">
                  <a16:creationId xmlns:a16="http://schemas.microsoft.com/office/drawing/2014/main" id="{F9C839EF-C95F-6370-34B3-662A07C806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33" name="Graphic 32" descr="User with solid fill">
              <a:extLst>
                <a:ext uri="{FF2B5EF4-FFF2-40B4-BE49-F238E27FC236}">
                  <a16:creationId xmlns:a16="http://schemas.microsoft.com/office/drawing/2014/main" id="{FF0BE9A6-B08E-2A99-6904-A2B3585C42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34" name="Graphic 33" descr="User with solid fill">
              <a:extLst>
                <a:ext uri="{FF2B5EF4-FFF2-40B4-BE49-F238E27FC236}">
                  <a16:creationId xmlns:a16="http://schemas.microsoft.com/office/drawing/2014/main" id="{FD0AD8B8-340D-21D0-3FEA-F589B10556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136915D-9E6C-08AC-C865-0BEEB634D935}"/>
              </a:ext>
            </a:extLst>
          </p:cNvPr>
          <p:cNvGrpSpPr/>
          <p:nvPr/>
        </p:nvGrpSpPr>
        <p:grpSpPr>
          <a:xfrm>
            <a:off x="1859443" y="5427154"/>
            <a:ext cx="1941140" cy="598549"/>
            <a:chOff x="1960027" y="2245807"/>
            <a:chExt cx="1941140" cy="598549"/>
          </a:xfrm>
        </p:grpSpPr>
        <p:pic>
          <p:nvPicPr>
            <p:cNvPr id="36" name="Graphic 35" descr="User with solid fill">
              <a:extLst>
                <a:ext uri="{FF2B5EF4-FFF2-40B4-BE49-F238E27FC236}">
                  <a16:creationId xmlns:a16="http://schemas.microsoft.com/office/drawing/2014/main" id="{7365990A-4B8B-23FF-D8A1-1CA607B961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37" name="Graphic 36" descr="User with solid fill">
              <a:extLst>
                <a:ext uri="{FF2B5EF4-FFF2-40B4-BE49-F238E27FC236}">
                  <a16:creationId xmlns:a16="http://schemas.microsoft.com/office/drawing/2014/main" id="{A009EC3D-CDD8-F8A7-517C-10841843A5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38" name="Graphic 37" descr="User with solid fill">
              <a:extLst>
                <a:ext uri="{FF2B5EF4-FFF2-40B4-BE49-F238E27FC236}">
                  <a16:creationId xmlns:a16="http://schemas.microsoft.com/office/drawing/2014/main" id="{2EDDFA32-4FC2-EECE-A62F-4789ACC039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39" name="Graphic 38" descr="User with solid fill">
              <a:extLst>
                <a:ext uri="{FF2B5EF4-FFF2-40B4-BE49-F238E27FC236}">
                  <a16:creationId xmlns:a16="http://schemas.microsoft.com/office/drawing/2014/main" id="{D5592139-109B-B584-4FE5-B45A927240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sp>
        <p:nvSpPr>
          <p:cNvPr id="42" name="Title 1">
            <a:extLst>
              <a:ext uri="{FF2B5EF4-FFF2-40B4-BE49-F238E27FC236}">
                <a16:creationId xmlns:a16="http://schemas.microsoft.com/office/drawing/2014/main" id="{38F9E0FB-2D7B-E32B-7D4D-01EFAFC35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4804"/>
            <a:ext cx="10515600" cy="595884"/>
          </a:xfrm>
        </p:spPr>
        <p:txBody>
          <a:bodyPr>
            <a:normAutofit fontScale="90000"/>
          </a:bodyPr>
          <a:lstStyle/>
          <a:p>
            <a:r>
              <a:rPr lang="en-NZ" dirty="0">
                <a:solidFill>
                  <a:schemeClr val="bg1"/>
                </a:solidFill>
              </a:rPr>
              <a:t>The long inefficient way: counting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5F7E2E9-7D41-C372-436C-7B2248D618A4}"/>
              </a:ext>
            </a:extLst>
          </p:cNvPr>
          <p:cNvGrpSpPr/>
          <p:nvPr/>
        </p:nvGrpSpPr>
        <p:grpSpPr>
          <a:xfrm>
            <a:off x="1062797" y="399527"/>
            <a:ext cx="10077388" cy="595884"/>
            <a:chOff x="995996" y="1830140"/>
            <a:chExt cx="10077388" cy="595884"/>
          </a:xfrm>
        </p:grpSpPr>
        <p:pic>
          <p:nvPicPr>
            <p:cNvPr id="44" name="Graphic 43" descr="User with solid fill">
              <a:extLst>
                <a:ext uri="{FF2B5EF4-FFF2-40B4-BE49-F238E27FC236}">
                  <a16:creationId xmlns:a16="http://schemas.microsoft.com/office/drawing/2014/main" id="{4CDA990F-BD45-01E8-9691-5797818197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89185" y="1830140"/>
              <a:ext cx="595884" cy="595884"/>
            </a:xfrm>
            <a:prstGeom prst="rect">
              <a:avLst/>
            </a:prstGeom>
          </p:spPr>
        </p:pic>
        <p:pic>
          <p:nvPicPr>
            <p:cNvPr id="45" name="Graphic 44" descr="User with solid fill">
              <a:extLst>
                <a:ext uri="{FF2B5EF4-FFF2-40B4-BE49-F238E27FC236}">
                  <a16:creationId xmlns:a16="http://schemas.microsoft.com/office/drawing/2014/main" id="{000D9656-61FE-33A0-B23A-0940BD74BA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88212" y="1830140"/>
              <a:ext cx="595884" cy="595884"/>
            </a:xfrm>
            <a:prstGeom prst="rect">
              <a:avLst/>
            </a:prstGeom>
          </p:spPr>
        </p:pic>
        <p:pic>
          <p:nvPicPr>
            <p:cNvPr id="46" name="Graphic 45" descr="User with solid fill">
              <a:extLst>
                <a:ext uri="{FF2B5EF4-FFF2-40B4-BE49-F238E27FC236}">
                  <a16:creationId xmlns:a16="http://schemas.microsoft.com/office/drawing/2014/main" id="{8F37B6C7-F517-B539-C325-A5F0D14FE6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87239" y="1830140"/>
              <a:ext cx="595884" cy="595884"/>
            </a:xfrm>
            <a:prstGeom prst="rect">
              <a:avLst/>
            </a:prstGeom>
          </p:spPr>
        </p:pic>
        <p:pic>
          <p:nvPicPr>
            <p:cNvPr id="47" name="Graphic 46" descr="User with solid fill">
              <a:extLst>
                <a:ext uri="{FF2B5EF4-FFF2-40B4-BE49-F238E27FC236}">
                  <a16:creationId xmlns:a16="http://schemas.microsoft.com/office/drawing/2014/main" id="{B40F0DA2-044E-C47E-3570-B2EE6E497C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986266" y="1830140"/>
              <a:ext cx="595884" cy="595884"/>
            </a:xfrm>
            <a:prstGeom prst="rect">
              <a:avLst/>
            </a:prstGeom>
          </p:spPr>
        </p:pic>
        <p:pic>
          <p:nvPicPr>
            <p:cNvPr id="48" name="Graphic 47" descr="User with solid fill">
              <a:extLst>
                <a:ext uri="{FF2B5EF4-FFF2-40B4-BE49-F238E27FC236}">
                  <a16:creationId xmlns:a16="http://schemas.microsoft.com/office/drawing/2014/main" id="{7FC50399-655D-1EA2-715C-50B9905CF7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485293" y="1830140"/>
              <a:ext cx="595884" cy="595884"/>
            </a:xfrm>
            <a:prstGeom prst="rect">
              <a:avLst/>
            </a:prstGeom>
          </p:spPr>
        </p:pic>
        <p:pic>
          <p:nvPicPr>
            <p:cNvPr id="49" name="Graphic 48" descr="User with solid fill">
              <a:extLst>
                <a:ext uri="{FF2B5EF4-FFF2-40B4-BE49-F238E27FC236}">
                  <a16:creationId xmlns:a16="http://schemas.microsoft.com/office/drawing/2014/main" id="{19C1B306-B10B-E311-0D10-5FDCBFB3DE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84320" y="1830140"/>
              <a:ext cx="595884" cy="595884"/>
            </a:xfrm>
            <a:prstGeom prst="rect">
              <a:avLst/>
            </a:prstGeom>
          </p:spPr>
        </p:pic>
        <p:pic>
          <p:nvPicPr>
            <p:cNvPr id="50" name="Graphic 49" descr="User with solid fill">
              <a:extLst>
                <a:ext uri="{FF2B5EF4-FFF2-40B4-BE49-F238E27FC236}">
                  <a16:creationId xmlns:a16="http://schemas.microsoft.com/office/drawing/2014/main" id="{4C2D1BD5-A264-9FA1-4B59-6E860D4120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83347" y="1830140"/>
              <a:ext cx="595884" cy="595884"/>
            </a:xfrm>
            <a:prstGeom prst="rect">
              <a:avLst/>
            </a:prstGeom>
          </p:spPr>
        </p:pic>
        <p:pic>
          <p:nvPicPr>
            <p:cNvPr id="51" name="Graphic 50" descr="User with solid fill">
              <a:extLst>
                <a:ext uri="{FF2B5EF4-FFF2-40B4-BE49-F238E27FC236}">
                  <a16:creationId xmlns:a16="http://schemas.microsoft.com/office/drawing/2014/main" id="{6E2875E0-9829-F819-1F48-B707DE505B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82374" y="1830140"/>
              <a:ext cx="595884" cy="595884"/>
            </a:xfrm>
            <a:prstGeom prst="rect">
              <a:avLst/>
            </a:prstGeom>
          </p:spPr>
        </p:pic>
        <p:pic>
          <p:nvPicPr>
            <p:cNvPr id="52" name="Graphic 51" descr="User with solid fill">
              <a:extLst>
                <a:ext uri="{FF2B5EF4-FFF2-40B4-BE49-F238E27FC236}">
                  <a16:creationId xmlns:a16="http://schemas.microsoft.com/office/drawing/2014/main" id="{64D7F447-3B0C-469C-EDF9-442F79636F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481401" y="1830140"/>
              <a:ext cx="595884" cy="595884"/>
            </a:xfrm>
            <a:prstGeom prst="rect">
              <a:avLst/>
            </a:prstGeom>
          </p:spPr>
        </p:pic>
        <p:pic>
          <p:nvPicPr>
            <p:cNvPr id="53" name="Graphic 52" descr="User with solid fill">
              <a:extLst>
                <a:ext uri="{FF2B5EF4-FFF2-40B4-BE49-F238E27FC236}">
                  <a16:creationId xmlns:a16="http://schemas.microsoft.com/office/drawing/2014/main" id="{526F2B51-860D-7318-507B-5B52FF1C0A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80428" y="1830140"/>
              <a:ext cx="595884" cy="595884"/>
            </a:xfrm>
            <a:prstGeom prst="rect">
              <a:avLst/>
            </a:prstGeom>
          </p:spPr>
        </p:pic>
        <p:pic>
          <p:nvPicPr>
            <p:cNvPr id="54" name="Graphic 53" descr="User with solid fill">
              <a:extLst>
                <a:ext uri="{FF2B5EF4-FFF2-40B4-BE49-F238E27FC236}">
                  <a16:creationId xmlns:a16="http://schemas.microsoft.com/office/drawing/2014/main" id="{DC17DC92-09A0-3648-957B-D027506522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79455" y="1830140"/>
              <a:ext cx="595884" cy="595884"/>
            </a:xfrm>
            <a:prstGeom prst="rect">
              <a:avLst/>
            </a:prstGeom>
          </p:spPr>
        </p:pic>
        <p:pic>
          <p:nvPicPr>
            <p:cNvPr id="55" name="Graphic 54" descr="User with solid fill">
              <a:extLst>
                <a:ext uri="{FF2B5EF4-FFF2-40B4-BE49-F238E27FC236}">
                  <a16:creationId xmlns:a16="http://schemas.microsoft.com/office/drawing/2014/main" id="{F85D1DAE-52B2-F7F5-584C-CE4B282719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978482" y="1830140"/>
              <a:ext cx="595884" cy="595884"/>
            </a:xfrm>
            <a:prstGeom prst="rect">
              <a:avLst/>
            </a:prstGeom>
          </p:spPr>
        </p:pic>
        <p:pic>
          <p:nvPicPr>
            <p:cNvPr id="56" name="Graphic 55" descr="User with solid fill">
              <a:extLst>
                <a:ext uri="{FF2B5EF4-FFF2-40B4-BE49-F238E27FC236}">
                  <a16:creationId xmlns:a16="http://schemas.microsoft.com/office/drawing/2014/main" id="{2D07F6D5-7519-60F5-28FF-EA42FF7F51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477500" y="1830140"/>
              <a:ext cx="595884" cy="595884"/>
            </a:xfrm>
            <a:prstGeom prst="rect">
              <a:avLst/>
            </a:prstGeom>
          </p:spPr>
        </p:pic>
        <p:pic>
          <p:nvPicPr>
            <p:cNvPr id="57" name="Graphic 56" descr="User with solid fill">
              <a:extLst>
                <a:ext uri="{FF2B5EF4-FFF2-40B4-BE49-F238E27FC236}">
                  <a16:creationId xmlns:a16="http://schemas.microsoft.com/office/drawing/2014/main" id="{406192BF-B7C0-1F94-1638-3089CFC79A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95996" y="1830140"/>
              <a:ext cx="595884" cy="595884"/>
            </a:xfrm>
            <a:prstGeom prst="rect">
              <a:avLst/>
            </a:prstGeom>
          </p:spPr>
        </p:pic>
        <p:pic>
          <p:nvPicPr>
            <p:cNvPr id="58" name="Graphic 57" descr="User with solid fill">
              <a:extLst>
                <a:ext uri="{FF2B5EF4-FFF2-40B4-BE49-F238E27FC236}">
                  <a16:creationId xmlns:a16="http://schemas.microsoft.com/office/drawing/2014/main" id="{D7456AD9-A2AD-4C6C-21D9-290B6495AB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95023" y="1830140"/>
              <a:ext cx="595884" cy="595884"/>
            </a:xfrm>
            <a:prstGeom prst="rect">
              <a:avLst/>
            </a:prstGeom>
          </p:spPr>
        </p:pic>
        <p:pic>
          <p:nvPicPr>
            <p:cNvPr id="59" name="Graphic 58" descr="User with solid fill">
              <a:extLst>
                <a:ext uri="{FF2B5EF4-FFF2-40B4-BE49-F238E27FC236}">
                  <a16:creationId xmlns:a16="http://schemas.microsoft.com/office/drawing/2014/main" id="{5F149342-F8A1-31EA-8EE8-41D4B384A3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94050" y="1830140"/>
              <a:ext cx="595884" cy="595884"/>
            </a:xfrm>
            <a:prstGeom prst="rect">
              <a:avLst/>
            </a:prstGeom>
          </p:spPr>
        </p:pic>
        <p:pic>
          <p:nvPicPr>
            <p:cNvPr id="60" name="Graphic 59" descr="User with solid fill">
              <a:extLst>
                <a:ext uri="{FF2B5EF4-FFF2-40B4-BE49-F238E27FC236}">
                  <a16:creationId xmlns:a16="http://schemas.microsoft.com/office/drawing/2014/main" id="{571992AD-CBAC-9237-9000-88171B0338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93077" y="1830140"/>
              <a:ext cx="595884" cy="595884"/>
            </a:xfrm>
            <a:prstGeom prst="rect">
              <a:avLst/>
            </a:prstGeom>
          </p:spPr>
        </p:pic>
        <p:pic>
          <p:nvPicPr>
            <p:cNvPr id="61" name="Graphic 60" descr="User with solid fill">
              <a:extLst>
                <a:ext uri="{FF2B5EF4-FFF2-40B4-BE49-F238E27FC236}">
                  <a16:creationId xmlns:a16="http://schemas.microsoft.com/office/drawing/2014/main" id="{7AB039EA-45C0-2FA9-E94E-1F96410659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92104" y="1830140"/>
              <a:ext cx="595884" cy="595884"/>
            </a:xfrm>
            <a:prstGeom prst="rect">
              <a:avLst/>
            </a:prstGeom>
          </p:spPr>
        </p:pic>
        <p:pic>
          <p:nvPicPr>
            <p:cNvPr id="62" name="Graphic 61" descr="User with solid fill">
              <a:extLst>
                <a:ext uri="{FF2B5EF4-FFF2-40B4-BE49-F238E27FC236}">
                  <a16:creationId xmlns:a16="http://schemas.microsoft.com/office/drawing/2014/main" id="{25ACBACE-1949-93FF-9BFE-6B53C65876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491131" y="1830140"/>
              <a:ext cx="595884" cy="595884"/>
            </a:xfrm>
            <a:prstGeom prst="rect">
              <a:avLst/>
            </a:prstGeom>
          </p:spPr>
        </p:pic>
        <p:pic>
          <p:nvPicPr>
            <p:cNvPr id="63" name="Graphic 62" descr="User with solid fill">
              <a:extLst>
                <a:ext uri="{FF2B5EF4-FFF2-40B4-BE49-F238E27FC236}">
                  <a16:creationId xmlns:a16="http://schemas.microsoft.com/office/drawing/2014/main" id="{C6CA3165-CD29-AEDC-6DD5-E780E2E6AA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90158" y="1830140"/>
              <a:ext cx="595884" cy="595884"/>
            </a:xfrm>
            <a:prstGeom prst="rect">
              <a:avLst/>
            </a:prstGeom>
          </p:spPr>
        </p:pic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510F91F0-9E47-D5FE-6511-8EA46DC1615D}"/>
              </a:ext>
            </a:extLst>
          </p:cNvPr>
          <p:cNvSpPr/>
          <p:nvPr/>
        </p:nvSpPr>
        <p:spPr>
          <a:xfrm>
            <a:off x="1601410" y="323273"/>
            <a:ext cx="513372" cy="771531"/>
          </a:xfrm>
          <a:custGeom>
            <a:avLst/>
            <a:gdLst>
              <a:gd name="csX0" fmla="*/ 0 w 513372"/>
              <a:gd name="csY0" fmla="*/ 0 h 771531"/>
              <a:gd name="csX1" fmla="*/ 513372 w 513372"/>
              <a:gd name="csY1" fmla="*/ 0 h 771531"/>
              <a:gd name="csX2" fmla="*/ 513372 w 513372"/>
              <a:gd name="csY2" fmla="*/ 362620 h 771531"/>
              <a:gd name="csX3" fmla="*/ 513372 w 513372"/>
              <a:gd name="csY3" fmla="*/ 771531 h 771531"/>
              <a:gd name="csX4" fmla="*/ 0 w 513372"/>
              <a:gd name="csY4" fmla="*/ 771531 h 771531"/>
              <a:gd name="csX5" fmla="*/ 0 w 513372"/>
              <a:gd name="csY5" fmla="*/ 393481 h 771531"/>
              <a:gd name="csX6" fmla="*/ 0 w 513372"/>
              <a:gd name="csY6" fmla="*/ 0 h 771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13372" h="771531" extrusionOk="0">
                <a:moveTo>
                  <a:pt x="0" y="0"/>
                </a:moveTo>
                <a:cubicBezTo>
                  <a:pt x="195247" y="-11801"/>
                  <a:pt x="392310" y="8641"/>
                  <a:pt x="513372" y="0"/>
                </a:cubicBezTo>
                <a:cubicBezTo>
                  <a:pt x="514013" y="96166"/>
                  <a:pt x="504021" y="254187"/>
                  <a:pt x="513372" y="362620"/>
                </a:cubicBezTo>
                <a:cubicBezTo>
                  <a:pt x="522723" y="471053"/>
                  <a:pt x="500536" y="568602"/>
                  <a:pt x="513372" y="771531"/>
                </a:cubicBezTo>
                <a:cubicBezTo>
                  <a:pt x="292041" y="798942"/>
                  <a:pt x="134501" y="713656"/>
                  <a:pt x="0" y="771531"/>
                </a:cubicBezTo>
                <a:cubicBezTo>
                  <a:pt x="-6275" y="634522"/>
                  <a:pt x="26307" y="525137"/>
                  <a:pt x="0" y="393481"/>
                </a:cubicBezTo>
                <a:cubicBezTo>
                  <a:pt x="-26307" y="261825"/>
                  <a:pt x="23450" y="88824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accent5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F3E7F4C-51DA-9475-AD81-EA0F0A92A892}"/>
              </a:ext>
            </a:extLst>
          </p:cNvPr>
          <p:cNvGrpSpPr/>
          <p:nvPr/>
        </p:nvGrpSpPr>
        <p:grpSpPr>
          <a:xfrm>
            <a:off x="4517017" y="2359083"/>
            <a:ext cx="332074" cy="3547570"/>
            <a:chOff x="4517017" y="2359083"/>
            <a:chExt cx="332074" cy="3547570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2FF8DB7-827B-347F-4ECB-76B7D8A1E653}"/>
                </a:ext>
              </a:extLst>
            </p:cNvPr>
            <p:cNvSpPr txBox="1"/>
            <p:nvPr/>
          </p:nvSpPr>
          <p:spPr>
            <a:xfrm>
              <a:off x="4517020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AF501DF-D70B-7D7E-1288-7FACAF963FE0}"/>
                </a:ext>
              </a:extLst>
            </p:cNvPr>
            <p:cNvSpPr txBox="1"/>
            <p:nvPr/>
          </p:nvSpPr>
          <p:spPr>
            <a:xfrm>
              <a:off x="4517019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CD88062-B7BE-148E-FED4-D03A540B4865}"/>
                </a:ext>
              </a:extLst>
            </p:cNvPr>
            <p:cNvSpPr txBox="1"/>
            <p:nvPr/>
          </p:nvSpPr>
          <p:spPr>
            <a:xfrm>
              <a:off x="4517017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059FD17-84F2-925B-2D25-735AC778F2BB}"/>
                </a:ext>
              </a:extLst>
            </p:cNvPr>
            <p:cNvSpPr txBox="1"/>
            <p:nvPr/>
          </p:nvSpPr>
          <p:spPr>
            <a:xfrm>
              <a:off x="4517018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7F942A8-46C9-B8C9-D69D-BC1D63285A2D}"/>
                </a:ext>
              </a:extLst>
            </p:cNvPr>
            <p:cNvSpPr txBox="1"/>
            <p:nvPr/>
          </p:nvSpPr>
          <p:spPr>
            <a:xfrm>
              <a:off x="4517017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3391B9F-02C8-AA61-8D6B-B2A55073F692}"/>
              </a:ext>
            </a:extLst>
          </p:cNvPr>
          <p:cNvGrpSpPr/>
          <p:nvPr/>
        </p:nvGrpSpPr>
        <p:grpSpPr>
          <a:xfrm>
            <a:off x="5150543" y="2359083"/>
            <a:ext cx="332074" cy="3547570"/>
            <a:chOff x="5071196" y="2359083"/>
            <a:chExt cx="332074" cy="3547570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1ADF21C-3229-8F42-6AF7-98302F527D51}"/>
                </a:ext>
              </a:extLst>
            </p:cNvPr>
            <p:cNvSpPr txBox="1"/>
            <p:nvPr/>
          </p:nvSpPr>
          <p:spPr>
            <a:xfrm>
              <a:off x="5071199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7ABF440-6477-65E4-0BD6-146CB32E547B}"/>
                </a:ext>
              </a:extLst>
            </p:cNvPr>
            <p:cNvSpPr txBox="1"/>
            <p:nvPr/>
          </p:nvSpPr>
          <p:spPr>
            <a:xfrm>
              <a:off x="5071198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0889EFB-BDE7-3EE8-942E-E0DBD129F184}"/>
                </a:ext>
              </a:extLst>
            </p:cNvPr>
            <p:cNvSpPr txBox="1"/>
            <p:nvPr/>
          </p:nvSpPr>
          <p:spPr>
            <a:xfrm>
              <a:off x="5071196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729A4E1-1BC1-76F8-8875-2BC0FC999AE3}"/>
                </a:ext>
              </a:extLst>
            </p:cNvPr>
            <p:cNvSpPr txBox="1"/>
            <p:nvPr/>
          </p:nvSpPr>
          <p:spPr>
            <a:xfrm>
              <a:off x="5071197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C276DE5-FC01-F637-6884-D93EAF81E45C}"/>
                </a:ext>
              </a:extLst>
            </p:cNvPr>
            <p:cNvSpPr txBox="1"/>
            <p:nvPr/>
          </p:nvSpPr>
          <p:spPr>
            <a:xfrm>
              <a:off x="5071196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3E4DFF51-4146-7C68-09C9-87C08CAB857C}"/>
              </a:ext>
            </a:extLst>
          </p:cNvPr>
          <p:cNvSpPr txBox="1"/>
          <p:nvPr/>
        </p:nvSpPr>
        <p:spPr>
          <a:xfrm>
            <a:off x="4507344" y="1879140"/>
            <a:ext cx="295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# Ways to produce sample</a:t>
            </a:r>
          </a:p>
        </p:txBody>
      </p:sp>
    </p:spTree>
    <p:extLst>
      <p:ext uri="{BB962C8B-B14F-4D97-AF65-F5344CB8AC3E}">
        <p14:creationId xmlns:p14="http://schemas.microsoft.com/office/powerpoint/2010/main" val="892697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0E94B-B1C2-8D75-F1A0-A76850376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440E2D-6463-AA46-1E78-08A2004DA5E7}"/>
              </a:ext>
            </a:extLst>
          </p:cNvPr>
          <p:cNvGrpSpPr/>
          <p:nvPr/>
        </p:nvGrpSpPr>
        <p:grpSpPr>
          <a:xfrm rot="5400000" flipH="1">
            <a:off x="1040508" y="3031997"/>
            <a:ext cx="595884" cy="618174"/>
            <a:chOff x="475488" y="1595628"/>
            <a:chExt cx="3666744" cy="380390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0060EEA-775D-F258-78CB-AAF3DC259026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6" name="Partial Circle 5">
              <a:extLst>
                <a:ext uri="{FF2B5EF4-FFF2-40B4-BE49-F238E27FC236}">
                  <a16:creationId xmlns:a16="http://schemas.microsoft.com/office/drawing/2014/main" id="{1E7214D5-2B3B-00D5-3056-F7DCB7E1BA4B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8755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15DFE02-1672-E3BA-8725-85D9D309CF48}"/>
              </a:ext>
            </a:extLst>
          </p:cNvPr>
          <p:cNvGrpSpPr/>
          <p:nvPr/>
        </p:nvGrpSpPr>
        <p:grpSpPr>
          <a:xfrm rot="10800000" flipH="1">
            <a:off x="1062797" y="3837813"/>
            <a:ext cx="595884" cy="595884"/>
            <a:chOff x="4916424" y="1690688"/>
            <a:chExt cx="3666744" cy="366674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190D24C-B7D6-2EDF-C01C-DE465E4F59F3}"/>
                </a:ext>
              </a:extLst>
            </p:cNvPr>
            <p:cNvSpPr/>
            <p:nvPr/>
          </p:nvSpPr>
          <p:spPr>
            <a:xfrm>
              <a:off x="4916424" y="169068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9" name="Partial Circle 8">
              <a:extLst>
                <a:ext uri="{FF2B5EF4-FFF2-40B4-BE49-F238E27FC236}">
                  <a16:creationId xmlns:a16="http://schemas.microsoft.com/office/drawing/2014/main" id="{C8A54BB3-8591-F08E-5349-9A11E0B09724}"/>
                </a:ext>
              </a:extLst>
            </p:cNvPr>
            <p:cNvSpPr/>
            <p:nvPr/>
          </p:nvSpPr>
          <p:spPr>
            <a:xfrm rot="16200000">
              <a:off x="4916424" y="1690688"/>
              <a:ext cx="3666744" cy="3666744"/>
            </a:xfrm>
            <a:prstGeom prst="pie">
              <a:avLst>
                <a:gd name="adj1" fmla="val 28755"/>
                <a:gd name="adj2" fmla="val 10825612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F4D7D16-762E-09E1-06EF-C50746A06E3A}"/>
              </a:ext>
            </a:extLst>
          </p:cNvPr>
          <p:cNvGrpSpPr/>
          <p:nvPr/>
        </p:nvGrpSpPr>
        <p:grpSpPr>
          <a:xfrm rot="16200000" flipH="1">
            <a:off x="1029362" y="4632484"/>
            <a:ext cx="595884" cy="595884"/>
            <a:chOff x="8145780" y="1528572"/>
            <a:chExt cx="3666744" cy="36667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C1AAD3D-7D1D-DED9-F9AA-6FEE6C01C7B5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2" name="Partial Circle 11">
              <a:extLst>
                <a:ext uri="{FF2B5EF4-FFF2-40B4-BE49-F238E27FC236}">
                  <a16:creationId xmlns:a16="http://schemas.microsoft.com/office/drawing/2014/main" id="{8F45868B-6300-4E0A-82BB-B24E631E6D62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8755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642E9753-99BA-97D5-5754-490CC9BB2B4D}"/>
              </a:ext>
            </a:extLst>
          </p:cNvPr>
          <p:cNvSpPr/>
          <p:nvPr/>
        </p:nvSpPr>
        <p:spPr>
          <a:xfrm flipH="1">
            <a:off x="1040507" y="5427154"/>
            <a:ext cx="595884" cy="59588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6AFE698-C274-3646-94BC-33E559666157}"/>
              </a:ext>
            </a:extLst>
          </p:cNvPr>
          <p:cNvSpPr/>
          <p:nvPr/>
        </p:nvSpPr>
        <p:spPr>
          <a:xfrm flipH="1">
            <a:off x="1051653" y="2248472"/>
            <a:ext cx="595884" cy="59588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85F8C97-08F1-C6A9-509C-95768CF39CD6}"/>
              </a:ext>
            </a:extLst>
          </p:cNvPr>
          <p:cNvGrpSpPr/>
          <p:nvPr/>
        </p:nvGrpSpPr>
        <p:grpSpPr>
          <a:xfrm>
            <a:off x="1859443" y="2245807"/>
            <a:ext cx="1941140" cy="598549"/>
            <a:chOff x="1960027" y="2245807"/>
            <a:chExt cx="1941140" cy="598549"/>
          </a:xfrm>
        </p:grpSpPr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4682B7A3-DBB3-50AA-6551-78B1020773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16" name="Graphic 15" descr="User with solid fill">
              <a:extLst>
                <a:ext uri="{FF2B5EF4-FFF2-40B4-BE49-F238E27FC236}">
                  <a16:creationId xmlns:a16="http://schemas.microsoft.com/office/drawing/2014/main" id="{A203B6DF-CD58-9343-7274-F5BC481CA7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17" name="Graphic 16" descr="User with solid fill">
              <a:extLst>
                <a:ext uri="{FF2B5EF4-FFF2-40B4-BE49-F238E27FC236}">
                  <a16:creationId xmlns:a16="http://schemas.microsoft.com/office/drawing/2014/main" id="{8F4301F0-49E1-1A08-90EE-2F416C9ADF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18" name="Graphic 17" descr="User with solid fill">
              <a:extLst>
                <a:ext uri="{FF2B5EF4-FFF2-40B4-BE49-F238E27FC236}">
                  <a16:creationId xmlns:a16="http://schemas.microsoft.com/office/drawing/2014/main" id="{B513EE03-12B4-4FF9-2458-A65B784E51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F625A5D-3679-3BC3-D5F9-92DD6FC01BF8}"/>
              </a:ext>
            </a:extLst>
          </p:cNvPr>
          <p:cNvGrpSpPr/>
          <p:nvPr/>
        </p:nvGrpSpPr>
        <p:grpSpPr>
          <a:xfrm>
            <a:off x="1859443" y="3040477"/>
            <a:ext cx="1941140" cy="598549"/>
            <a:chOff x="1960027" y="2245807"/>
            <a:chExt cx="1941140" cy="598549"/>
          </a:xfrm>
        </p:grpSpPr>
        <p:pic>
          <p:nvPicPr>
            <p:cNvPr id="21" name="Graphic 20" descr="User with solid fill">
              <a:extLst>
                <a:ext uri="{FF2B5EF4-FFF2-40B4-BE49-F238E27FC236}">
                  <a16:creationId xmlns:a16="http://schemas.microsoft.com/office/drawing/2014/main" id="{583D3176-3209-F1DA-54EC-C318340813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22" name="Graphic 21" descr="User with solid fill">
              <a:extLst>
                <a:ext uri="{FF2B5EF4-FFF2-40B4-BE49-F238E27FC236}">
                  <a16:creationId xmlns:a16="http://schemas.microsoft.com/office/drawing/2014/main" id="{25C19627-9041-66CF-F6C0-46FA4CB134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23" name="Graphic 22" descr="User with solid fill">
              <a:extLst>
                <a:ext uri="{FF2B5EF4-FFF2-40B4-BE49-F238E27FC236}">
                  <a16:creationId xmlns:a16="http://schemas.microsoft.com/office/drawing/2014/main" id="{E0962B8C-BCA8-B410-A466-471C329BAB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24" name="Graphic 23" descr="User with solid fill">
              <a:extLst>
                <a:ext uri="{FF2B5EF4-FFF2-40B4-BE49-F238E27FC236}">
                  <a16:creationId xmlns:a16="http://schemas.microsoft.com/office/drawing/2014/main" id="{4BF26729-238B-0D42-0CAF-B8F8D9021D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4EEB6A8-712F-D2B5-7E39-C2EBB3F0AC61}"/>
              </a:ext>
            </a:extLst>
          </p:cNvPr>
          <p:cNvGrpSpPr/>
          <p:nvPr/>
        </p:nvGrpSpPr>
        <p:grpSpPr>
          <a:xfrm>
            <a:off x="1859443" y="3832482"/>
            <a:ext cx="1941140" cy="598549"/>
            <a:chOff x="1960027" y="2245807"/>
            <a:chExt cx="1941140" cy="598549"/>
          </a:xfrm>
        </p:grpSpPr>
        <p:pic>
          <p:nvPicPr>
            <p:cNvPr id="26" name="Graphic 25" descr="User with solid fill">
              <a:extLst>
                <a:ext uri="{FF2B5EF4-FFF2-40B4-BE49-F238E27FC236}">
                  <a16:creationId xmlns:a16="http://schemas.microsoft.com/office/drawing/2014/main" id="{CDFF7E76-6867-F439-E426-1F7462CC85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27" name="Graphic 26" descr="User with solid fill">
              <a:extLst>
                <a:ext uri="{FF2B5EF4-FFF2-40B4-BE49-F238E27FC236}">
                  <a16:creationId xmlns:a16="http://schemas.microsoft.com/office/drawing/2014/main" id="{4224899E-3AE1-110B-4981-1F320843CA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28" name="Graphic 27" descr="User with solid fill">
              <a:extLst>
                <a:ext uri="{FF2B5EF4-FFF2-40B4-BE49-F238E27FC236}">
                  <a16:creationId xmlns:a16="http://schemas.microsoft.com/office/drawing/2014/main" id="{A03A8E52-45EA-594F-F180-F690A656B8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29" name="Graphic 28" descr="User with solid fill">
              <a:extLst>
                <a:ext uri="{FF2B5EF4-FFF2-40B4-BE49-F238E27FC236}">
                  <a16:creationId xmlns:a16="http://schemas.microsoft.com/office/drawing/2014/main" id="{61522A0A-FE47-8CAE-458C-E6DD6C1439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0DFBC3E-47FE-B1F2-2682-F25BDF7EED04}"/>
              </a:ext>
            </a:extLst>
          </p:cNvPr>
          <p:cNvGrpSpPr/>
          <p:nvPr/>
        </p:nvGrpSpPr>
        <p:grpSpPr>
          <a:xfrm>
            <a:off x="1859443" y="4632484"/>
            <a:ext cx="1941140" cy="598549"/>
            <a:chOff x="1960027" y="2245807"/>
            <a:chExt cx="1941140" cy="598549"/>
          </a:xfrm>
        </p:grpSpPr>
        <p:pic>
          <p:nvPicPr>
            <p:cNvPr id="31" name="Graphic 30" descr="User with solid fill">
              <a:extLst>
                <a:ext uri="{FF2B5EF4-FFF2-40B4-BE49-F238E27FC236}">
                  <a16:creationId xmlns:a16="http://schemas.microsoft.com/office/drawing/2014/main" id="{65A625DD-4A38-38C1-951B-02B1ECC557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32" name="Graphic 31" descr="User with solid fill">
              <a:extLst>
                <a:ext uri="{FF2B5EF4-FFF2-40B4-BE49-F238E27FC236}">
                  <a16:creationId xmlns:a16="http://schemas.microsoft.com/office/drawing/2014/main" id="{F5B731BE-468C-FE75-D10F-3E90571095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33" name="Graphic 32" descr="User with solid fill">
              <a:extLst>
                <a:ext uri="{FF2B5EF4-FFF2-40B4-BE49-F238E27FC236}">
                  <a16:creationId xmlns:a16="http://schemas.microsoft.com/office/drawing/2014/main" id="{FFDB4C44-558C-98AA-5AF8-B46F474EF4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34" name="Graphic 33" descr="User with solid fill">
              <a:extLst>
                <a:ext uri="{FF2B5EF4-FFF2-40B4-BE49-F238E27FC236}">
                  <a16:creationId xmlns:a16="http://schemas.microsoft.com/office/drawing/2014/main" id="{946F1394-606B-06EC-122E-80720AA990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044C6F5-3714-0713-7696-991656B315BD}"/>
              </a:ext>
            </a:extLst>
          </p:cNvPr>
          <p:cNvGrpSpPr/>
          <p:nvPr/>
        </p:nvGrpSpPr>
        <p:grpSpPr>
          <a:xfrm>
            <a:off x="1859443" y="5427154"/>
            <a:ext cx="1941140" cy="598549"/>
            <a:chOff x="1960027" y="2245807"/>
            <a:chExt cx="1941140" cy="598549"/>
          </a:xfrm>
        </p:grpSpPr>
        <p:pic>
          <p:nvPicPr>
            <p:cNvPr id="36" name="Graphic 35" descr="User with solid fill">
              <a:extLst>
                <a:ext uri="{FF2B5EF4-FFF2-40B4-BE49-F238E27FC236}">
                  <a16:creationId xmlns:a16="http://schemas.microsoft.com/office/drawing/2014/main" id="{A8A6351E-6903-817B-CA17-74759AD9E9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37" name="Graphic 36" descr="User with solid fill">
              <a:extLst>
                <a:ext uri="{FF2B5EF4-FFF2-40B4-BE49-F238E27FC236}">
                  <a16:creationId xmlns:a16="http://schemas.microsoft.com/office/drawing/2014/main" id="{FCB13428-8F31-8CF6-E035-2EB4B14E50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38" name="Graphic 37" descr="User with solid fill">
              <a:extLst>
                <a:ext uri="{FF2B5EF4-FFF2-40B4-BE49-F238E27FC236}">
                  <a16:creationId xmlns:a16="http://schemas.microsoft.com/office/drawing/2014/main" id="{4499A423-48FB-44B8-A0FC-9992F4CEFB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39" name="Graphic 38" descr="User with solid fill">
              <a:extLst>
                <a:ext uri="{FF2B5EF4-FFF2-40B4-BE49-F238E27FC236}">
                  <a16:creationId xmlns:a16="http://schemas.microsoft.com/office/drawing/2014/main" id="{720B7141-20CD-1CE6-FDB6-625DA8F0AD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sp>
        <p:nvSpPr>
          <p:cNvPr id="42" name="Title 1">
            <a:extLst>
              <a:ext uri="{FF2B5EF4-FFF2-40B4-BE49-F238E27FC236}">
                <a16:creationId xmlns:a16="http://schemas.microsoft.com/office/drawing/2014/main" id="{CE1D4181-AC8D-BCB9-BEF9-BF076AB51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4804"/>
            <a:ext cx="10515600" cy="595884"/>
          </a:xfrm>
        </p:spPr>
        <p:txBody>
          <a:bodyPr>
            <a:normAutofit fontScale="90000"/>
          </a:bodyPr>
          <a:lstStyle/>
          <a:p>
            <a:r>
              <a:rPr lang="en-NZ" dirty="0">
                <a:solidFill>
                  <a:schemeClr val="bg1"/>
                </a:solidFill>
              </a:rPr>
              <a:t>The long inefficient way: counting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E5BAAC4-C98D-B305-A9AE-186F8864B709}"/>
              </a:ext>
            </a:extLst>
          </p:cNvPr>
          <p:cNvGrpSpPr/>
          <p:nvPr/>
        </p:nvGrpSpPr>
        <p:grpSpPr>
          <a:xfrm>
            <a:off x="1062797" y="399527"/>
            <a:ext cx="10077388" cy="595884"/>
            <a:chOff x="995996" y="1830140"/>
            <a:chExt cx="10077388" cy="595884"/>
          </a:xfrm>
        </p:grpSpPr>
        <p:pic>
          <p:nvPicPr>
            <p:cNvPr id="44" name="Graphic 43" descr="User with solid fill">
              <a:extLst>
                <a:ext uri="{FF2B5EF4-FFF2-40B4-BE49-F238E27FC236}">
                  <a16:creationId xmlns:a16="http://schemas.microsoft.com/office/drawing/2014/main" id="{CDC60F03-CBB1-39E5-935D-F2439292BC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89185" y="1830140"/>
              <a:ext cx="595884" cy="595884"/>
            </a:xfrm>
            <a:prstGeom prst="rect">
              <a:avLst/>
            </a:prstGeom>
          </p:spPr>
        </p:pic>
        <p:pic>
          <p:nvPicPr>
            <p:cNvPr id="45" name="Graphic 44" descr="User with solid fill">
              <a:extLst>
                <a:ext uri="{FF2B5EF4-FFF2-40B4-BE49-F238E27FC236}">
                  <a16:creationId xmlns:a16="http://schemas.microsoft.com/office/drawing/2014/main" id="{509FF624-037A-5851-FA96-4AB9EA515F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88212" y="1830140"/>
              <a:ext cx="595884" cy="595884"/>
            </a:xfrm>
            <a:prstGeom prst="rect">
              <a:avLst/>
            </a:prstGeom>
          </p:spPr>
        </p:pic>
        <p:pic>
          <p:nvPicPr>
            <p:cNvPr id="46" name="Graphic 45" descr="User with solid fill">
              <a:extLst>
                <a:ext uri="{FF2B5EF4-FFF2-40B4-BE49-F238E27FC236}">
                  <a16:creationId xmlns:a16="http://schemas.microsoft.com/office/drawing/2014/main" id="{C38CD1A9-D14C-4033-E4B8-C473BC7415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87239" y="1830140"/>
              <a:ext cx="595884" cy="595884"/>
            </a:xfrm>
            <a:prstGeom prst="rect">
              <a:avLst/>
            </a:prstGeom>
          </p:spPr>
        </p:pic>
        <p:pic>
          <p:nvPicPr>
            <p:cNvPr id="47" name="Graphic 46" descr="User with solid fill">
              <a:extLst>
                <a:ext uri="{FF2B5EF4-FFF2-40B4-BE49-F238E27FC236}">
                  <a16:creationId xmlns:a16="http://schemas.microsoft.com/office/drawing/2014/main" id="{BFF856FC-A189-6475-091D-8271B3D664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986266" y="1830140"/>
              <a:ext cx="595884" cy="595884"/>
            </a:xfrm>
            <a:prstGeom prst="rect">
              <a:avLst/>
            </a:prstGeom>
          </p:spPr>
        </p:pic>
        <p:pic>
          <p:nvPicPr>
            <p:cNvPr id="48" name="Graphic 47" descr="User with solid fill">
              <a:extLst>
                <a:ext uri="{FF2B5EF4-FFF2-40B4-BE49-F238E27FC236}">
                  <a16:creationId xmlns:a16="http://schemas.microsoft.com/office/drawing/2014/main" id="{D3A03C8B-5543-9985-68ED-A2695A0339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485293" y="1830140"/>
              <a:ext cx="595884" cy="595884"/>
            </a:xfrm>
            <a:prstGeom prst="rect">
              <a:avLst/>
            </a:prstGeom>
          </p:spPr>
        </p:pic>
        <p:pic>
          <p:nvPicPr>
            <p:cNvPr id="49" name="Graphic 48" descr="User with solid fill">
              <a:extLst>
                <a:ext uri="{FF2B5EF4-FFF2-40B4-BE49-F238E27FC236}">
                  <a16:creationId xmlns:a16="http://schemas.microsoft.com/office/drawing/2014/main" id="{04213A93-2D9D-F064-F360-98F4D7C8CF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84320" y="1830140"/>
              <a:ext cx="595884" cy="595884"/>
            </a:xfrm>
            <a:prstGeom prst="rect">
              <a:avLst/>
            </a:prstGeom>
          </p:spPr>
        </p:pic>
        <p:pic>
          <p:nvPicPr>
            <p:cNvPr id="50" name="Graphic 49" descr="User with solid fill">
              <a:extLst>
                <a:ext uri="{FF2B5EF4-FFF2-40B4-BE49-F238E27FC236}">
                  <a16:creationId xmlns:a16="http://schemas.microsoft.com/office/drawing/2014/main" id="{924C8964-AB6F-33DE-96ED-F69BB48F2F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83347" y="1830140"/>
              <a:ext cx="595884" cy="595884"/>
            </a:xfrm>
            <a:prstGeom prst="rect">
              <a:avLst/>
            </a:prstGeom>
          </p:spPr>
        </p:pic>
        <p:pic>
          <p:nvPicPr>
            <p:cNvPr id="51" name="Graphic 50" descr="User with solid fill">
              <a:extLst>
                <a:ext uri="{FF2B5EF4-FFF2-40B4-BE49-F238E27FC236}">
                  <a16:creationId xmlns:a16="http://schemas.microsoft.com/office/drawing/2014/main" id="{5260176B-C511-79F6-4D1B-08192FA96D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82374" y="1830140"/>
              <a:ext cx="595884" cy="595884"/>
            </a:xfrm>
            <a:prstGeom prst="rect">
              <a:avLst/>
            </a:prstGeom>
          </p:spPr>
        </p:pic>
        <p:pic>
          <p:nvPicPr>
            <p:cNvPr id="52" name="Graphic 51" descr="User with solid fill">
              <a:extLst>
                <a:ext uri="{FF2B5EF4-FFF2-40B4-BE49-F238E27FC236}">
                  <a16:creationId xmlns:a16="http://schemas.microsoft.com/office/drawing/2014/main" id="{B805FDDD-1366-6DBB-69A6-53A06AAC92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481401" y="1830140"/>
              <a:ext cx="595884" cy="595884"/>
            </a:xfrm>
            <a:prstGeom prst="rect">
              <a:avLst/>
            </a:prstGeom>
          </p:spPr>
        </p:pic>
        <p:pic>
          <p:nvPicPr>
            <p:cNvPr id="53" name="Graphic 52" descr="User with solid fill">
              <a:extLst>
                <a:ext uri="{FF2B5EF4-FFF2-40B4-BE49-F238E27FC236}">
                  <a16:creationId xmlns:a16="http://schemas.microsoft.com/office/drawing/2014/main" id="{A9F04173-8BF8-9545-0BB0-B2DD86A21B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80428" y="1830140"/>
              <a:ext cx="595884" cy="595884"/>
            </a:xfrm>
            <a:prstGeom prst="rect">
              <a:avLst/>
            </a:prstGeom>
          </p:spPr>
        </p:pic>
        <p:pic>
          <p:nvPicPr>
            <p:cNvPr id="54" name="Graphic 53" descr="User with solid fill">
              <a:extLst>
                <a:ext uri="{FF2B5EF4-FFF2-40B4-BE49-F238E27FC236}">
                  <a16:creationId xmlns:a16="http://schemas.microsoft.com/office/drawing/2014/main" id="{50C1A6A6-E33E-9892-90E9-3159F4B8D3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79455" y="1830140"/>
              <a:ext cx="595884" cy="595884"/>
            </a:xfrm>
            <a:prstGeom prst="rect">
              <a:avLst/>
            </a:prstGeom>
          </p:spPr>
        </p:pic>
        <p:pic>
          <p:nvPicPr>
            <p:cNvPr id="55" name="Graphic 54" descr="User with solid fill">
              <a:extLst>
                <a:ext uri="{FF2B5EF4-FFF2-40B4-BE49-F238E27FC236}">
                  <a16:creationId xmlns:a16="http://schemas.microsoft.com/office/drawing/2014/main" id="{FDB47882-41F3-4726-C25B-66E93F1E17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978482" y="1830140"/>
              <a:ext cx="595884" cy="595884"/>
            </a:xfrm>
            <a:prstGeom prst="rect">
              <a:avLst/>
            </a:prstGeom>
          </p:spPr>
        </p:pic>
        <p:pic>
          <p:nvPicPr>
            <p:cNvPr id="56" name="Graphic 55" descr="User with solid fill">
              <a:extLst>
                <a:ext uri="{FF2B5EF4-FFF2-40B4-BE49-F238E27FC236}">
                  <a16:creationId xmlns:a16="http://schemas.microsoft.com/office/drawing/2014/main" id="{7728E554-EECC-4A0D-C916-B533D29FC7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477500" y="1830140"/>
              <a:ext cx="595884" cy="595884"/>
            </a:xfrm>
            <a:prstGeom prst="rect">
              <a:avLst/>
            </a:prstGeom>
          </p:spPr>
        </p:pic>
        <p:pic>
          <p:nvPicPr>
            <p:cNvPr id="57" name="Graphic 56" descr="User with solid fill">
              <a:extLst>
                <a:ext uri="{FF2B5EF4-FFF2-40B4-BE49-F238E27FC236}">
                  <a16:creationId xmlns:a16="http://schemas.microsoft.com/office/drawing/2014/main" id="{69E32B94-41B8-4339-01BD-2635C5D2FA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95996" y="1830140"/>
              <a:ext cx="595884" cy="595884"/>
            </a:xfrm>
            <a:prstGeom prst="rect">
              <a:avLst/>
            </a:prstGeom>
          </p:spPr>
        </p:pic>
        <p:pic>
          <p:nvPicPr>
            <p:cNvPr id="58" name="Graphic 57" descr="User with solid fill">
              <a:extLst>
                <a:ext uri="{FF2B5EF4-FFF2-40B4-BE49-F238E27FC236}">
                  <a16:creationId xmlns:a16="http://schemas.microsoft.com/office/drawing/2014/main" id="{8CF99F29-92BC-21D3-2356-366A1EACDE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95023" y="1830140"/>
              <a:ext cx="595884" cy="595884"/>
            </a:xfrm>
            <a:prstGeom prst="rect">
              <a:avLst/>
            </a:prstGeom>
          </p:spPr>
        </p:pic>
        <p:pic>
          <p:nvPicPr>
            <p:cNvPr id="59" name="Graphic 58" descr="User with solid fill">
              <a:extLst>
                <a:ext uri="{FF2B5EF4-FFF2-40B4-BE49-F238E27FC236}">
                  <a16:creationId xmlns:a16="http://schemas.microsoft.com/office/drawing/2014/main" id="{DBC2F40A-F35A-F08A-3EB2-05684DF980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94050" y="1830140"/>
              <a:ext cx="595884" cy="595884"/>
            </a:xfrm>
            <a:prstGeom prst="rect">
              <a:avLst/>
            </a:prstGeom>
          </p:spPr>
        </p:pic>
        <p:pic>
          <p:nvPicPr>
            <p:cNvPr id="60" name="Graphic 59" descr="User with solid fill">
              <a:extLst>
                <a:ext uri="{FF2B5EF4-FFF2-40B4-BE49-F238E27FC236}">
                  <a16:creationId xmlns:a16="http://schemas.microsoft.com/office/drawing/2014/main" id="{21BDE7EC-1B8C-DBD4-1341-1B4A14987C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93077" y="1830140"/>
              <a:ext cx="595884" cy="595884"/>
            </a:xfrm>
            <a:prstGeom prst="rect">
              <a:avLst/>
            </a:prstGeom>
          </p:spPr>
        </p:pic>
        <p:pic>
          <p:nvPicPr>
            <p:cNvPr id="61" name="Graphic 60" descr="User with solid fill">
              <a:extLst>
                <a:ext uri="{FF2B5EF4-FFF2-40B4-BE49-F238E27FC236}">
                  <a16:creationId xmlns:a16="http://schemas.microsoft.com/office/drawing/2014/main" id="{6562A706-33A1-324D-D603-1241CEF7F8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92104" y="1830140"/>
              <a:ext cx="595884" cy="595884"/>
            </a:xfrm>
            <a:prstGeom prst="rect">
              <a:avLst/>
            </a:prstGeom>
          </p:spPr>
        </p:pic>
        <p:pic>
          <p:nvPicPr>
            <p:cNvPr id="62" name="Graphic 61" descr="User with solid fill">
              <a:extLst>
                <a:ext uri="{FF2B5EF4-FFF2-40B4-BE49-F238E27FC236}">
                  <a16:creationId xmlns:a16="http://schemas.microsoft.com/office/drawing/2014/main" id="{BEBDA7E0-4253-34C5-8E27-E3F458E0BD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491131" y="1830140"/>
              <a:ext cx="595884" cy="595884"/>
            </a:xfrm>
            <a:prstGeom prst="rect">
              <a:avLst/>
            </a:prstGeom>
          </p:spPr>
        </p:pic>
        <p:pic>
          <p:nvPicPr>
            <p:cNvPr id="63" name="Graphic 62" descr="User with solid fill">
              <a:extLst>
                <a:ext uri="{FF2B5EF4-FFF2-40B4-BE49-F238E27FC236}">
                  <a16:creationId xmlns:a16="http://schemas.microsoft.com/office/drawing/2014/main" id="{8B399689-4184-AF01-5921-4C29832177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90158" y="1830140"/>
              <a:ext cx="595884" cy="595884"/>
            </a:xfrm>
            <a:prstGeom prst="rect">
              <a:avLst/>
            </a:prstGeom>
          </p:spPr>
        </p:pic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A9921125-1E9A-ECC1-1D64-1CB16AA85622}"/>
              </a:ext>
            </a:extLst>
          </p:cNvPr>
          <p:cNvSpPr/>
          <p:nvPr/>
        </p:nvSpPr>
        <p:spPr>
          <a:xfrm>
            <a:off x="2100177" y="323273"/>
            <a:ext cx="513372" cy="771531"/>
          </a:xfrm>
          <a:custGeom>
            <a:avLst/>
            <a:gdLst>
              <a:gd name="csX0" fmla="*/ 0 w 513372"/>
              <a:gd name="csY0" fmla="*/ 0 h 771531"/>
              <a:gd name="csX1" fmla="*/ 513372 w 513372"/>
              <a:gd name="csY1" fmla="*/ 0 h 771531"/>
              <a:gd name="csX2" fmla="*/ 513372 w 513372"/>
              <a:gd name="csY2" fmla="*/ 362620 h 771531"/>
              <a:gd name="csX3" fmla="*/ 513372 w 513372"/>
              <a:gd name="csY3" fmla="*/ 771531 h 771531"/>
              <a:gd name="csX4" fmla="*/ 0 w 513372"/>
              <a:gd name="csY4" fmla="*/ 771531 h 771531"/>
              <a:gd name="csX5" fmla="*/ 0 w 513372"/>
              <a:gd name="csY5" fmla="*/ 393481 h 771531"/>
              <a:gd name="csX6" fmla="*/ 0 w 513372"/>
              <a:gd name="csY6" fmla="*/ 0 h 771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13372" h="771531" extrusionOk="0">
                <a:moveTo>
                  <a:pt x="0" y="0"/>
                </a:moveTo>
                <a:cubicBezTo>
                  <a:pt x="195247" y="-11801"/>
                  <a:pt x="392310" y="8641"/>
                  <a:pt x="513372" y="0"/>
                </a:cubicBezTo>
                <a:cubicBezTo>
                  <a:pt x="514013" y="96166"/>
                  <a:pt x="504021" y="254187"/>
                  <a:pt x="513372" y="362620"/>
                </a:cubicBezTo>
                <a:cubicBezTo>
                  <a:pt x="522723" y="471053"/>
                  <a:pt x="500536" y="568602"/>
                  <a:pt x="513372" y="771531"/>
                </a:cubicBezTo>
                <a:cubicBezTo>
                  <a:pt x="292041" y="798942"/>
                  <a:pt x="134501" y="713656"/>
                  <a:pt x="0" y="771531"/>
                </a:cubicBezTo>
                <a:cubicBezTo>
                  <a:pt x="-6275" y="634522"/>
                  <a:pt x="26307" y="525137"/>
                  <a:pt x="0" y="393481"/>
                </a:cubicBezTo>
                <a:cubicBezTo>
                  <a:pt x="-26307" y="261825"/>
                  <a:pt x="23450" y="88824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accent5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547806E-A3D4-E762-31E8-3E206D620126}"/>
              </a:ext>
            </a:extLst>
          </p:cNvPr>
          <p:cNvGrpSpPr/>
          <p:nvPr/>
        </p:nvGrpSpPr>
        <p:grpSpPr>
          <a:xfrm>
            <a:off x="4517017" y="2359083"/>
            <a:ext cx="332074" cy="3547570"/>
            <a:chOff x="4517017" y="2359083"/>
            <a:chExt cx="332074" cy="3547570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680BAF4-F97D-1D8D-CD68-27C2DF3F4CDA}"/>
                </a:ext>
              </a:extLst>
            </p:cNvPr>
            <p:cNvSpPr txBox="1"/>
            <p:nvPr/>
          </p:nvSpPr>
          <p:spPr>
            <a:xfrm>
              <a:off x="4517020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98AE0CC-40A7-3179-0CAA-7EBDDA70BA4F}"/>
                </a:ext>
              </a:extLst>
            </p:cNvPr>
            <p:cNvSpPr txBox="1"/>
            <p:nvPr/>
          </p:nvSpPr>
          <p:spPr>
            <a:xfrm>
              <a:off x="4517019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D352DBA-699B-3028-3623-271F3AB757E5}"/>
                </a:ext>
              </a:extLst>
            </p:cNvPr>
            <p:cNvSpPr txBox="1"/>
            <p:nvPr/>
          </p:nvSpPr>
          <p:spPr>
            <a:xfrm>
              <a:off x="4517017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9F7B3B4-6B4D-6071-7A76-9A87088D7236}"/>
                </a:ext>
              </a:extLst>
            </p:cNvPr>
            <p:cNvSpPr txBox="1"/>
            <p:nvPr/>
          </p:nvSpPr>
          <p:spPr>
            <a:xfrm>
              <a:off x="4517018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AF3824B-B31C-AD4A-F76E-F0622EA0AF92}"/>
                </a:ext>
              </a:extLst>
            </p:cNvPr>
            <p:cNvSpPr txBox="1"/>
            <p:nvPr/>
          </p:nvSpPr>
          <p:spPr>
            <a:xfrm>
              <a:off x="4517017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A2C4B94-6152-B25B-D0EB-F4E8469C2146}"/>
              </a:ext>
            </a:extLst>
          </p:cNvPr>
          <p:cNvGrpSpPr/>
          <p:nvPr/>
        </p:nvGrpSpPr>
        <p:grpSpPr>
          <a:xfrm>
            <a:off x="5150543" y="2359083"/>
            <a:ext cx="332074" cy="3547570"/>
            <a:chOff x="5071196" y="2359083"/>
            <a:chExt cx="332074" cy="3547570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247AA76-9D99-7C6D-45CB-42FC8AD1D390}"/>
                </a:ext>
              </a:extLst>
            </p:cNvPr>
            <p:cNvSpPr txBox="1"/>
            <p:nvPr/>
          </p:nvSpPr>
          <p:spPr>
            <a:xfrm>
              <a:off x="5071199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A8A5C9E-0520-B4C0-C90B-502F6AC7812F}"/>
                </a:ext>
              </a:extLst>
            </p:cNvPr>
            <p:cNvSpPr txBox="1"/>
            <p:nvPr/>
          </p:nvSpPr>
          <p:spPr>
            <a:xfrm>
              <a:off x="5071198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9DD42C8-E5CB-D8D4-B8A3-A9A353836A29}"/>
                </a:ext>
              </a:extLst>
            </p:cNvPr>
            <p:cNvSpPr txBox="1"/>
            <p:nvPr/>
          </p:nvSpPr>
          <p:spPr>
            <a:xfrm>
              <a:off x="5071196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303869B-A005-9A32-FCC0-B23B186230A5}"/>
                </a:ext>
              </a:extLst>
            </p:cNvPr>
            <p:cNvSpPr txBox="1"/>
            <p:nvPr/>
          </p:nvSpPr>
          <p:spPr>
            <a:xfrm>
              <a:off x="5071197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FAB916F-5314-C74A-0844-D38B76E9BDE1}"/>
                </a:ext>
              </a:extLst>
            </p:cNvPr>
            <p:cNvSpPr txBox="1"/>
            <p:nvPr/>
          </p:nvSpPr>
          <p:spPr>
            <a:xfrm>
              <a:off x="5071196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8F698A9-32AF-7A71-079C-10A5A6B5ACA8}"/>
              </a:ext>
            </a:extLst>
          </p:cNvPr>
          <p:cNvGrpSpPr/>
          <p:nvPr/>
        </p:nvGrpSpPr>
        <p:grpSpPr>
          <a:xfrm>
            <a:off x="5784069" y="2359083"/>
            <a:ext cx="332074" cy="3547570"/>
            <a:chOff x="5625375" y="2359083"/>
            <a:chExt cx="332074" cy="3547570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82A3450-5CF6-4757-3288-E7B272907CAA}"/>
                </a:ext>
              </a:extLst>
            </p:cNvPr>
            <p:cNvSpPr txBox="1"/>
            <p:nvPr/>
          </p:nvSpPr>
          <p:spPr>
            <a:xfrm>
              <a:off x="5625378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FA917D5-E2E0-E09E-1652-CB895155AD1F}"/>
                </a:ext>
              </a:extLst>
            </p:cNvPr>
            <p:cNvSpPr txBox="1"/>
            <p:nvPr/>
          </p:nvSpPr>
          <p:spPr>
            <a:xfrm>
              <a:off x="5625377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E69EFEC-A562-B01D-0A50-AED6480E40A0}"/>
                </a:ext>
              </a:extLst>
            </p:cNvPr>
            <p:cNvSpPr txBox="1"/>
            <p:nvPr/>
          </p:nvSpPr>
          <p:spPr>
            <a:xfrm>
              <a:off x="5625375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99EBE5F-9E02-5A54-5D92-DBFCEA8CA580}"/>
                </a:ext>
              </a:extLst>
            </p:cNvPr>
            <p:cNvSpPr txBox="1"/>
            <p:nvPr/>
          </p:nvSpPr>
          <p:spPr>
            <a:xfrm>
              <a:off x="5625376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FE9EDE8-AD18-12F2-0F03-C913E77FBC85}"/>
                </a:ext>
              </a:extLst>
            </p:cNvPr>
            <p:cNvSpPr txBox="1"/>
            <p:nvPr/>
          </p:nvSpPr>
          <p:spPr>
            <a:xfrm>
              <a:off x="5625375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7141535D-EE3F-25A1-735F-0F0824696277}"/>
              </a:ext>
            </a:extLst>
          </p:cNvPr>
          <p:cNvSpPr txBox="1"/>
          <p:nvPr/>
        </p:nvSpPr>
        <p:spPr>
          <a:xfrm>
            <a:off x="4507344" y="1879140"/>
            <a:ext cx="295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# Ways to produce sample</a:t>
            </a:r>
          </a:p>
        </p:txBody>
      </p:sp>
    </p:spTree>
    <p:extLst>
      <p:ext uri="{BB962C8B-B14F-4D97-AF65-F5344CB8AC3E}">
        <p14:creationId xmlns:p14="http://schemas.microsoft.com/office/powerpoint/2010/main" val="10408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A0B7D-B1F1-DAE5-0EFD-8768710BA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E9EEB79-8F24-5A7C-D6BF-CC3782A9646B}"/>
              </a:ext>
            </a:extLst>
          </p:cNvPr>
          <p:cNvGrpSpPr/>
          <p:nvPr/>
        </p:nvGrpSpPr>
        <p:grpSpPr>
          <a:xfrm rot="5400000" flipH="1">
            <a:off x="1040508" y="3031997"/>
            <a:ext cx="595884" cy="618174"/>
            <a:chOff x="475488" y="1595628"/>
            <a:chExt cx="3666744" cy="380390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8CBB1CF-3DB0-7041-3302-2EAFE3C56628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6" name="Partial Circle 5">
              <a:extLst>
                <a:ext uri="{FF2B5EF4-FFF2-40B4-BE49-F238E27FC236}">
                  <a16:creationId xmlns:a16="http://schemas.microsoft.com/office/drawing/2014/main" id="{12BB18BD-369C-753D-544A-31785D79B8D5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8755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B3E4F07-D32F-E508-5EDB-FBD6123B0224}"/>
              </a:ext>
            </a:extLst>
          </p:cNvPr>
          <p:cNvGrpSpPr/>
          <p:nvPr/>
        </p:nvGrpSpPr>
        <p:grpSpPr>
          <a:xfrm rot="10800000" flipH="1">
            <a:off x="1062797" y="3837813"/>
            <a:ext cx="595884" cy="595884"/>
            <a:chOff x="4916424" y="1690688"/>
            <a:chExt cx="3666744" cy="366674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FFB8767-7D90-A4D3-4563-F3EDB6C6F10C}"/>
                </a:ext>
              </a:extLst>
            </p:cNvPr>
            <p:cNvSpPr/>
            <p:nvPr/>
          </p:nvSpPr>
          <p:spPr>
            <a:xfrm>
              <a:off x="4916424" y="169068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9" name="Partial Circle 8">
              <a:extLst>
                <a:ext uri="{FF2B5EF4-FFF2-40B4-BE49-F238E27FC236}">
                  <a16:creationId xmlns:a16="http://schemas.microsoft.com/office/drawing/2014/main" id="{E1404BD3-A5B8-3769-4BD5-D7A87C64D00F}"/>
                </a:ext>
              </a:extLst>
            </p:cNvPr>
            <p:cNvSpPr/>
            <p:nvPr/>
          </p:nvSpPr>
          <p:spPr>
            <a:xfrm rot="16200000">
              <a:off x="4916424" y="1690688"/>
              <a:ext cx="3666744" cy="3666744"/>
            </a:xfrm>
            <a:prstGeom prst="pie">
              <a:avLst>
                <a:gd name="adj1" fmla="val 28755"/>
                <a:gd name="adj2" fmla="val 10825612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535C8B-5A51-EDF2-32BE-98B377E6A928}"/>
              </a:ext>
            </a:extLst>
          </p:cNvPr>
          <p:cNvGrpSpPr/>
          <p:nvPr/>
        </p:nvGrpSpPr>
        <p:grpSpPr>
          <a:xfrm rot="16200000" flipH="1">
            <a:off x="1029362" y="4632484"/>
            <a:ext cx="595884" cy="595884"/>
            <a:chOff x="8145780" y="1528572"/>
            <a:chExt cx="3666744" cy="36667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D57661E-DD8B-5C22-5D40-2084A3D02364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2" name="Partial Circle 11">
              <a:extLst>
                <a:ext uri="{FF2B5EF4-FFF2-40B4-BE49-F238E27FC236}">
                  <a16:creationId xmlns:a16="http://schemas.microsoft.com/office/drawing/2014/main" id="{DAB987FA-2008-FE6A-031B-E928312EC012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8755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3F74628D-D054-1B10-76F7-93FEA24A3DFD}"/>
              </a:ext>
            </a:extLst>
          </p:cNvPr>
          <p:cNvSpPr/>
          <p:nvPr/>
        </p:nvSpPr>
        <p:spPr>
          <a:xfrm flipH="1">
            <a:off x="1040507" y="5427154"/>
            <a:ext cx="595884" cy="59588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1589609-5D75-E281-66F4-9FD97ED68867}"/>
              </a:ext>
            </a:extLst>
          </p:cNvPr>
          <p:cNvSpPr/>
          <p:nvPr/>
        </p:nvSpPr>
        <p:spPr>
          <a:xfrm flipH="1">
            <a:off x="1051653" y="2248472"/>
            <a:ext cx="595884" cy="59588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6A1BC4-FE26-78CA-AE4B-950B4A38331D}"/>
              </a:ext>
            </a:extLst>
          </p:cNvPr>
          <p:cNvGrpSpPr/>
          <p:nvPr/>
        </p:nvGrpSpPr>
        <p:grpSpPr>
          <a:xfrm>
            <a:off x="1859443" y="2245807"/>
            <a:ext cx="1941140" cy="598549"/>
            <a:chOff x="1960027" y="2245807"/>
            <a:chExt cx="1941140" cy="598549"/>
          </a:xfrm>
        </p:grpSpPr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8E36F27A-5D64-FB02-E96D-4DBFC7BC73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16" name="Graphic 15" descr="User with solid fill">
              <a:extLst>
                <a:ext uri="{FF2B5EF4-FFF2-40B4-BE49-F238E27FC236}">
                  <a16:creationId xmlns:a16="http://schemas.microsoft.com/office/drawing/2014/main" id="{13B1E151-C2CC-48B1-61EF-78CCA5F656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17" name="Graphic 16" descr="User with solid fill">
              <a:extLst>
                <a:ext uri="{FF2B5EF4-FFF2-40B4-BE49-F238E27FC236}">
                  <a16:creationId xmlns:a16="http://schemas.microsoft.com/office/drawing/2014/main" id="{A8080B90-48DB-8610-6BEB-0BEE101684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18" name="Graphic 17" descr="User with solid fill">
              <a:extLst>
                <a:ext uri="{FF2B5EF4-FFF2-40B4-BE49-F238E27FC236}">
                  <a16:creationId xmlns:a16="http://schemas.microsoft.com/office/drawing/2014/main" id="{D00C0FAD-D6CC-B7B9-ED72-EB2E9A2100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3ABB487-9F20-91C4-A418-34ACFE390CBB}"/>
              </a:ext>
            </a:extLst>
          </p:cNvPr>
          <p:cNvGrpSpPr/>
          <p:nvPr/>
        </p:nvGrpSpPr>
        <p:grpSpPr>
          <a:xfrm>
            <a:off x="1859443" y="3040477"/>
            <a:ext cx="1941140" cy="598549"/>
            <a:chOff x="1960027" y="2245807"/>
            <a:chExt cx="1941140" cy="598549"/>
          </a:xfrm>
        </p:grpSpPr>
        <p:pic>
          <p:nvPicPr>
            <p:cNvPr id="21" name="Graphic 20" descr="User with solid fill">
              <a:extLst>
                <a:ext uri="{FF2B5EF4-FFF2-40B4-BE49-F238E27FC236}">
                  <a16:creationId xmlns:a16="http://schemas.microsoft.com/office/drawing/2014/main" id="{761ED9C2-0F53-B82D-17E0-A3CFB2BA7E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22" name="Graphic 21" descr="User with solid fill">
              <a:extLst>
                <a:ext uri="{FF2B5EF4-FFF2-40B4-BE49-F238E27FC236}">
                  <a16:creationId xmlns:a16="http://schemas.microsoft.com/office/drawing/2014/main" id="{D99F1A6B-3414-D739-FD9D-D5559AE3FF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23" name="Graphic 22" descr="User with solid fill">
              <a:extLst>
                <a:ext uri="{FF2B5EF4-FFF2-40B4-BE49-F238E27FC236}">
                  <a16:creationId xmlns:a16="http://schemas.microsoft.com/office/drawing/2014/main" id="{A8FF6318-67F7-4F17-32B2-34CAF388B6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24" name="Graphic 23" descr="User with solid fill">
              <a:extLst>
                <a:ext uri="{FF2B5EF4-FFF2-40B4-BE49-F238E27FC236}">
                  <a16:creationId xmlns:a16="http://schemas.microsoft.com/office/drawing/2014/main" id="{58791407-4A86-077D-1264-3F93F95E37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42DD37D-E597-83BD-AD2E-44E865D04412}"/>
              </a:ext>
            </a:extLst>
          </p:cNvPr>
          <p:cNvGrpSpPr/>
          <p:nvPr/>
        </p:nvGrpSpPr>
        <p:grpSpPr>
          <a:xfrm>
            <a:off x="1859443" y="3832482"/>
            <a:ext cx="1941140" cy="598549"/>
            <a:chOff x="1960027" y="2245807"/>
            <a:chExt cx="1941140" cy="598549"/>
          </a:xfrm>
        </p:grpSpPr>
        <p:pic>
          <p:nvPicPr>
            <p:cNvPr id="26" name="Graphic 25" descr="User with solid fill">
              <a:extLst>
                <a:ext uri="{FF2B5EF4-FFF2-40B4-BE49-F238E27FC236}">
                  <a16:creationId xmlns:a16="http://schemas.microsoft.com/office/drawing/2014/main" id="{DCF8DFFD-5BF6-41AF-5068-1842D81675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27" name="Graphic 26" descr="User with solid fill">
              <a:extLst>
                <a:ext uri="{FF2B5EF4-FFF2-40B4-BE49-F238E27FC236}">
                  <a16:creationId xmlns:a16="http://schemas.microsoft.com/office/drawing/2014/main" id="{FF2670E0-7E80-5E04-9941-02B0EFED6F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28" name="Graphic 27" descr="User with solid fill">
              <a:extLst>
                <a:ext uri="{FF2B5EF4-FFF2-40B4-BE49-F238E27FC236}">
                  <a16:creationId xmlns:a16="http://schemas.microsoft.com/office/drawing/2014/main" id="{BF868070-8118-ABC0-77B8-8B82466456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29" name="Graphic 28" descr="User with solid fill">
              <a:extLst>
                <a:ext uri="{FF2B5EF4-FFF2-40B4-BE49-F238E27FC236}">
                  <a16:creationId xmlns:a16="http://schemas.microsoft.com/office/drawing/2014/main" id="{F81B58DF-DC28-89E1-3BC9-3BAAC0AE35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8D32A3F-4590-87A2-00C9-E74D524AE30A}"/>
              </a:ext>
            </a:extLst>
          </p:cNvPr>
          <p:cNvGrpSpPr/>
          <p:nvPr/>
        </p:nvGrpSpPr>
        <p:grpSpPr>
          <a:xfrm>
            <a:off x="1859443" y="4632484"/>
            <a:ext cx="1941140" cy="598549"/>
            <a:chOff x="1960027" y="2245807"/>
            <a:chExt cx="1941140" cy="598549"/>
          </a:xfrm>
        </p:grpSpPr>
        <p:pic>
          <p:nvPicPr>
            <p:cNvPr id="31" name="Graphic 30" descr="User with solid fill">
              <a:extLst>
                <a:ext uri="{FF2B5EF4-FFF2-40B4-BE49-F238E27FC236}">
                  <a16:creationId xmlns:a16="http://schemas.microsoft.com/office/drawing/2014/main" id="{5C350C95-A8B7-3E8A-48BB-5ED01078C5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32" name="Graphic 31" descr="User with solid fill">
              <a:extLst>
                <a:ext uri="{FF2B5EF4-FFF2-40B4-BE49-F238E27FC236}">
                  <a16:creationId xmlns:a16="http://schemas.microsoft.com/office/drawing/2014/main" id="{2592AD9D-39A2-21C8-0AC5-6330F91884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33" name="Graphic 32" descr="User with solid fill">
              <a:extLst>
                <a:ext uri="{FF2B5EF4-FFF2-40B4-BE49-F238E27FC236}">
                  <a16:creationId xmlns:a16="http://schemas.microsoft.com/office/drawing/2014/main" id="{BC3E0D4E-35C0-25E0-4418-85106A0737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34" name="Graphic 33" descr="User with solid fill">
              <a:extLst>
                <a:ext uri="{FF2B5EF4-FFF2-40B4-BE49-F238E27FC236}">
                  <a16:creationId xmlns:a16="http://schemas.microsoft.com/office/drawing/2014/main" id="{03BA4769-FD01-7C89-750D-A44C59AF75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90A172E-ECF4-4929-5B17-3F2BE49C951C}"/>
              </a:ext>
            </a:extLst>
          </p:cNvPr>
          <p:cNvGrpSpPr/>
          <p:nvPr/>
        </p:nvGrpSpPr>
        <p:grpSpPr>
          <a:xfrm>
            <a:off x="1859443" y="5427154"/>
            <a:ext cx="1941140" cy="598549"/>
            <a:chOff x="1960027" y="2245807"/>
            <a:chExt cx="1941140" cy="598549"/>
          </a:xfrm>
        </p:grpSpPr>
        <p:pic>
          <p:nvPicPr>
            <p:cNvPr id="36" name="Graphic 35" descr="User with solid fill">
              <a:extLst>
                <a:ext uri="{FF2B5EF4-FFF2-40B4-BE49-F238E27FC236}">
                  <a16:creationId xmlns:a16="http://schemas.microsoft.com/office/drawing/2014/main" id="{664D6B7F-CACB-5814-7EC8-22C7E541DC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37" name="Graphic 36" descr="User with solid fill">
              <a:extLst>
                <a:ext uri="{FF2B5EF4-FFF2-40B4-BE49-F238E27FC236}">
                  <a16:creationId xmlns:a16="http://schemas.microsoft.com/office/drawing/2014/main" id="{5797E2A4-0028-A6C8-FCEB-EBCBCB954A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38" name="Graphic 37" descr="User with solid fill">
              <a:extLst>
                <a:ext uri="{FF2B5EF4-FFF2-40B4-BE49-F238E27FC236}">
                  <a16:creationId xmlns:a16="http://schemas.microsoft.com/office/drawing/2014/main" id="{4180AD1C-4EF5-2700-13AC-7D75F93E46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39" name="Graphic 38" descr="User with solid fill">
              <a:extLst>
                <a:ext uri="{FF2B5EF4-FFF2-40B4-BE49-F238E27FC236}">
                  <a16:creationId xmlns:a16="http://schemas.microsoft.com/office/drawing/2014/main" id="{01C62B9E-F10A-8810-89BC-2DCB996AFE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sp>
        <p:nvSpPr>
          <p:cNvPr id="42" name="Title 1">
            <a:extLst>
              <a:ext uri="{FF2B5EF4-FFF2-40B4-BE49-F238E27FC236}">
                <a16:creationId xmlns:a16="http://schemas.microsoft.com/office/drawing/2014/main" id="{F0825806-70F7-7120-9B36-77D6E204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4804"/>
            <a:ext cx="10515600" cy="595884"/>
          </a:xfrm>
        </p:spPr>
        <p:txBody>
          <a:bodyPr>
            <a:normAutofit fontScale="90000"/>
          </a:bodyPr>
          <a:lstStyle/>
          <a:p>
            <a:r>
              <a:rPr lang="en-NZ" dirty="0">
                <a:solidFill>
                  <a:schemeClr val="bg1"/>
                </a:solidFill>
              </a:rPr>
              <a:t>The long inefficient way: counting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1A0AC11-479A-9199-5800-A935382AD480}"/>
              </a:ext>
            </a:extLst>
          </p:cNvPr>
          <p:cNvGrpSpPr/>
          <p:nvPr/>
        </p:nvGrpSpPr>
        <p:grpSpPr>
          <a:xfrm>
            <a:off x="1062797" y="399527"/>
            <a:ext cx="10077388" cy="595884"/>
            <a:chOff x="995996" y="1830140"/>
            <a:chExt cx="10077388" cy="595884"/>
          </a:xfrm>
        </p:grpSpPr>
        <p:pic>
          <p:nvPicPr>
            <p:cNvPr id="44" name="Graphic 43" descr="User with solid fill">
              <a:extLst>
                <a:ext uri="{FF2B5EF4-FFF2-40B4-BE49-F238E27FC236}">
                  <a16:creationId xmlns:a16="http://schemas.microsoft.com/office/drawing/2014/main" id="{FB86864F-4A7F-61AE-0486-25531BA400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89185" y="1830140"/>
              <a:ext cx="595884" cy="595884"/>
            </a:xfrm>
            <a:prstGeom prst="rect">
              <a:avLst/>
            </a:prstGeom>
          </p:spPr>
        </p:pic>
        <p:pic>
          <p:nvPicPr>
            <p:cNvPr id="45" name="Graphic 44" descr="User with solid fill">
              <a:extLst>
                <a:ext uri="{FF2B5EF4-FFF2-40B4-BE49-F238E27FC236}">
                  <a16:creationId xmlns:a16="http://schemas.microsoft.com/office/drawing/2014/main" id="{BB97D89D-771A-B17A-0C07-DA4472CA5E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88212" y="1830140"/>
              <a:ext cx="595884" cy="595884"/>
            </a:xfrm>
            <a:prstGeom prst="rect">
              <a:avLst/>
            </a:prstGeom>
          </p:spPr>
        </p:pic>
        <p:pic>
          <p:nvPicPr>
            <p:cNvPr id="46" name="Graphic 45" descr="User with solid fill">
              <a:extLst>
                <a:ext uri="{FF2B5EF4-FFF2-40B4-BE49-F238E27FC236}">
                  <a16:creationId xmlns:a16="http://schemas.microsoft.com/office/drawing/2014/main" id="{2BC8C533-7FE0-6FD7-0CB2-77E6F547BF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87239" y="1830140"/>
              <a:ext cx="595884" cy="595884"/>
            </a:xfrm>
            <a:prstGeom prst="rect">
              <a:avLst/>
            </a:prstGeom>
          </p:spPr>
        </p:pic>
        <p:pic>
          <p:nvPicPr>
            <p:cNvPr id="47" name="Graphic 46" descr="User with solid fill">
              <a:extLst>
                <a:ext uri="{FF2B5EF4-FFF2-40B4-BE49-F238E27FC236}">
                  <a16:creationId xmlns:a16="http://schemas.microsoft.com/office/drawing/2014/main" id="{199C260B-CEBF-0249-6B52-B81A84B184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986266" y="1830140"/>
              <a:ext cx="595884" cy="595884"/>
            </a:xfrm>
            <a:prstGeom prst="rect">
              <a:avLst/>
            </a:prstGeom>
          </p:spPr>
        </p:pic>
        <p:pic>
          <p:nvPicPr>
            <p:cNvPr id="48" name="Graphic 47" descr="User with solid fill">
              <a:extLst>
                <a:ext uri="{FF2B5EF4-FFF2-40B4-BE49-F238E27FC236}">
                  <a16:creationId xmlns:a16="http://schemas.microsoft.com/office/drawing/2014/main" id="{42B3DE42-8D84-0C11-4845-67419B197F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485293" y="1830140"/>
              <a:ext cx="595884" cy="595884"/>
            </a:xfrm>
            <a:prstGeom prst="rect">
              <a:avLst/>
            </a:prstGeom>
          </p:spPr>
        </p:pic>
        <p:pic>
          <p:nvPicPr>
            <p:cNvPr id="49" name="Graphic 48" descr="User with solid fill">
              <a:extLst>
                <a:ext uri="{FF2B5EF4-FFF2-40B4-BE49-F238E27FC236}">
                  <a16:creationId xmlns:a16="http://schemas.microsoft.com/office/drawing/2014/main" id="{855C2CA4-2B87-30B8-C249-19BFD5CD51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84320" y="1830140"/>
              <a:ext cx="595884" cy="595884"/>
            </a:xfrm>
            <a:prstGeom prst="rect">
              <a:avLst/>
            </a:prstGeom>
          </p:spPr>
        </p:pic>
        <p:pic>
          <p:nvPicPr>
            <p:cNvPr id="50" name="Graphic 49" descr="User with solid fill">
              <a:extLst>
                <a:ext uri="{FF2B5EF4-FFF2-40B4-BE49-F238E27FC236}">
                  <a16:creationId xmlns:a16="http://schemas.microsoft.com/office/drawing/2014/main" id="{6579D240-5938-9438-2A1E-EED02C9001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83347" y="1830140"/>
              <a:ext cx="595884" cy="595884"/>
            </a:xfrm>
            <a:prstGeom prst="rect">
              <a:avLst/>
            </a:prstGeom>
          </p:spPr>
        </p:pic>
        <p:pic>
          <p:nvPicPr>
            <p:cNvPr id="51" name="Graphic 50" descr="User with solid fill">
              <a:extLst>
                <a:ext uri="{FF2B5EF4-FFF2-40B4-BE49-F238E27FC236}">
                  <a16:creationId xmlns:a16="http://schemas.microsoft.com/office/drawing/2014/main" id="{321E7508-E104-9143-C5BE-7BC8E68365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82374" y="1830140"/>
              <a:ext cx="595884" cy="595884"/>
            </a:xfrm>
            <a:prstGeom prst="rect">
              <a:avLst/>
            </a:prstGeom>
          </p:spPr>
        </p:pic>
        <p:pic>
          <p:nvPicPr>
            <p:cNvPr id="52" name="Graphic 51" descr="User with solid fill">
              <a:extLst>
                <a:ext uri="{FF2B5EF4-FFF2-40B4-BE49-F238E27FC236}">
                  <a16:creationId xmlns:a16="http://schemas.microsoft.com/office/drawing/2014/main" id="{5AB1B496-4D85-E1D9-2177-122A2E194B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481401" y="1830140"/>
              <a:ext cx="595884" cy="595884"/>
            </a:xfrm>
            <a:prstGeom prst="rect">
              <a:avLst/>
            </a:prstGeom>
          </p:spPr>
        </p:pic>
        <p:pic>
          <p:nvPicPr>
            <p:cNvPr id="53" name="Graphic 52" descr="User with solid fill">
              <a:extLst>
                <a:ext uri="{FF2B5EF4-FFF2-40B4-BE49-F238E27FC236}">
                  <a16:creationId xmlns:a16="http://schemas.microsoft.com/office/drawing/2014/main" id="{8F2D8762-C12B-2755-05B5-24527BA86E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80428" y="1830140"/>
              <a:ext cx="595884" cy="595884"/>
            </a:xfrm>
            <a:prstGeom prst="rect">
              <a:avLst/>
            </a:prstGeom>
          </p:spPr>
        </p:pic>
        <p:pic>
          <p:nvPicPr>
            <p:cNvPr id="54" name="Graphic 53" descr="User with solid fill">
              <a:extLst>
                <a:ext uri="{FF2B5EF4-FFF2-40B4-BE49-F238E27FC236}">
                  <a16:creationId xmlns:a16="http://schemas.microsoft.com/office/drawing/2014/main" id="{D0F27943-2C88-D606-F856-E8F3947569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79455" y="1830140"/>
              <a:ext cx="595884" cy="595884"/>
            </a:xfrm>
            <a:prstGeom prst="rect">
              <a:avLst/>
            </a:prstGeom>
          </p:spPr>
        </p:pic>
        <p:pic>
          <p:nvPicPr>
            <p:cNvPr id="55" name="Graphic 54" descr="User with solid fill">
              <a:extLst>
                <a:ext uri="{FF2B5EF4-FFF2-40B4-BE49-F238E27FC236}">
                  <a16:creationId xmlns:a16="http://schemas.microsoft.com/office/drawing/2014/main" id="{570209C6-FF11-A626-C00C-1B1AE03D00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978482" y="1830140"/>
              <a:ext cx="595884" cy="595884"/>
            </a:xfrm>
            <a:prstGeom prst="rect">
              <a:avLst/>
            </a:prstGeom>
          </p:spPr>
        </p:pic>
        <p:pic>
          <p:nvPicPr>
            <p:cNvPr id="56" name="Graphic 55" descr="User with solid fill">
              <a:extLst>
                <a:ext uri="{FF2B5EF4-FFF2-40B4-BE49-F238E27FC236}">
                  <a16:creationId xmlns:a16="http://schemas.microsoft.com/office/drawing/2014/main" id="{DEDABE47-EF77-BA01-E276-E0DF642E8F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477500" y="1830140"/>
              <a:ext cx="595884" cy="595884"/>
            </a:xfrm>
            <a:prstGeom prst="rect">
              <a:avLst/>
            </a:prstGeom>
          </p:spPr>
        </p:pic>
        <p:pic>
          <p:nvPicPr>
            <p:cNvPr id="57" name="Graphic 56" descr="User with solid fill">
              <a:extLst>
                <a:ext uri="{FF2B5EF4-FFF2-40B4-BE49-F238E27FC236}">
                  <a16:creationId xmlns:a16="http://schemas.microsoft.com/office/drawing/2014/main" id="{8C801942-CE07-C33D-65DC-DAFBD8F145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95996" y="1830140"/>
              <a:ext cx="595884" cy="595884"/>
            </a:xfrm>
            <a:prstGeom prst="rect">
              <a:avLst/>
            </a:prstGeom>
          </p:spPr>
        </p:pic>
        <p:pic>
          <p:nvPicPr>
            <p:cNvPr id="58" name="Graphic 57" descr="User with solid fill">
              <a:extLst>
                <a:ext uri="{FF2B5EF4-FFF2-40B4-BE49-F238E27FC236}">
                  <a16:creationId xmlns:a16="http://schemas.microsoft.com/office/drawing/2014/main" id="{7620708E-86A6-9FB4-2FFD-182765533A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95023" y="1830140"/>
              <a:ext cx="595884" cy="595884"/>
            </a:xfrm>
            <a:prstGeom prst="rect">
              <a:avLst/>
            </a:prstGeom>
          </p:spPr>
        </p:pic>
        <p:pic>
          <p:nvPicPr>
            <p:cNvPr id="59" name="Graphic 58" descr="User with solid fill">
              <a:extLst>
                <a:ext uri="{FF2B5EF4-FFF2-40B4-BE49-F238E27FC236}">
                  <a16:creationId xmlns:a16="http://schemas.microsoft.com/office/drawing/2014/main" id="{BCEF5675-F350-565E-F9CD-7301710C90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94050" y="1830140"/>
              <a:ext cx="595884" cy="595884"/>
            </a:xfrm>
            <a:prstGeom prst="rect">
              <a:avLst/>
            </a:prstGeom>
          </p:spPr>
        </p:pic>
        <p:pic>
          <p:nvPicPr>
            <p:cNvPr id="60" name="Graphic 59" descr="User with solid fill">
              <a:extLst>
                <a:ext uri="{FF2B5EF4-FFF2-40B4-BE49-F238E27FC236}">
                  <a16:creationId xmlns:a16="http://schemas.microsoft.com/office/drawing/2014/main" id="{28BE5D13-941D-4797-7EAE-16E70A1F17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93077" y="1830140"/>
              <a:ext cx="595884" cy="595884"/>
            </a:xfrm>
            <a:prstGeom prst="rect">
              <a:avLst/>
            </a:prstGeom>
          </p:spPr>
        </p:pic>
        <p:pic>
          <p:nvPicPr>
            <p:cNvPr id="61" name="Graphic 60" descr="User with solid fill">
              <a:extLst>
                <a:ext uri="{FF2B5EF4-FFF2-40B4-BE49-F238E27FC236}">
                  <a16:creationId xmlns:a16="http://schemas.microsoft.com/office/drawing/2014/main" id="{FBD41F2E-ACB4-2C94-4F3D-A1C42DC07F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92104" y="1830140"/>
              <a:ext cx="595884" cy="595884"/>
            </a:xfrm>
            <a:prstGeom prst="rect">
              <a:avLst/>
            </a:prstGeom>
          </p:spPr>
        </p:pic>
        <p:pic>
          <p:nvPicPr>
            <p:cNvPr id="62" name="Graphic 61" descr="User with solid fill">
              <a:extLst>
                <a:ext uri="{FF2B5EF4-FFF2-40B4-BE49-F238E27FC236}">
                  <a16:creationId xmlns:a16="http://schemas.microsoft.com/office/drawing/2014/main" id="{1D8520D9-C9BF-972A-78D3-A55D3D8781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491131" y="1830140"/>
              <a:ext cx="595884" cy="595884"/>
            </a:xfrm>
            <a:prstGeom prst="rect">
              <a:avLst/>
            </a:prstGeom>
          </p:spPr>
        </p:pic>
        <p:pic>
          <p:nvPicPr>
            <p:cNvPr id="63" name="Graphic 62" descr="User with solid fill">
              <a:extLst>
                <a:ext uri="{FF2B5EF4-FFF2-40B4-BE49-F238E27FC236}">
                  <a16:creationId xmlns:a16="http://schemas.microsoft.com/office/drawing/2014/main" id="{2C98E2E5-BB0B-E4FF-AD11-A8342A10C1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90158" y="1830140"/>
              <a:ext cx="595884" cy="595884"/>
            </a:xfrm>
            <a:prstGeom prst="rect">
              <a:avLst/>
            </a:prstGeom>
          </p:spPr>
        </p:pic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0F4E46C9-6B3C-13F7-A5F7-848B795827D0}"/>
              </a:ext>
            </a:extLst>
          </p:cNvPr>
          <p:cNvSpPr/>
          <p:nvPr/>
        </p:nvSpPr>
        <p:spPr>
          <a:xfrm>
            <a:off x="10597649" y="323273"/>
            <a:ext cx="513372" cy="771531"/>
          </a:xfrm>
          <a:custGeom>
            <a:avLst/>
            <a:gdLst>
              <a:gd name="csX0" fmla="*/ 0 w 513372"/>
              <a:gd name="csY0" fmla="*/ 0 h 771531"/>
              <a:gd name="csX1" fmla="*/ 513372 w 513372"/>
              <a:gd name="csY1" fmla="*/ 0 h 771531"/>
              <a:gd name="csX2" fmla="*/ 513372 w 513372"/>
              <a:gd name="csY2" fmla="*/ 362620 h 771531"/>
              <a:gd name="csX3" fmla="*/ 513372 w 513372"/>
              <a:gd name="csY3" fmla="*/ 771531 h 771531"/>
              <a:gd name="csX4" fmla="*/ 0 w 513372"/>
              <a:gd name="csY4" fmla="*/ 771531 h 771531"/>
              <a:gd name="csX5" fmla="*/ 0 w 513372"/>
              <a:gd name="csY5" fmla="*/ 393481 h 771531"/>
              <a:gd name="csX6" fmla="*/ 0 w 513372"/>
              <a:gd name="csY6" fmla="*/ 0 h 771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13372" h="771531" extrusionOk="0">
                <a:moveTo>
                  <a:pt x="0" y="0"/>
                </a:moveTo>
                <a:cubicBezTo>
                  <a:pt x="195247" y="-11801"/>
                  <a:pt x="392310" y="8641"/>
                  <a:pt x="513372" y="0"/>
                </a:cubicBezTo>
                <a:cubicBezTo>
                  <a:pt x="514013" y="96166"/>
                  <a:pt x="504021" y="254187"/>
                  <a:pt x="513372" y="362620"/>
                </a:cubicBezTo>
                <a:cubicBezTo>
                  <a:pt x="522723" y="471053"/>
                  <a:pt x="500536" y="568602"/>
                  <a:pt x="513372" y="771531"/>
                </a:cubicBezTo>
                <a:cubicBezTo>
                  <a:pt x="292041" y="798942"/>
                  <a:pt x="134501" y="713656"/>
                  <a:pt x="0" y="771531"/>
                </a:cubicBezTo>
                <a:cubicBezTo>
                  <a:pt x="-6275" y="634522"/>
                  <a:pt x="26307" y="525137"/>
                  <a:pt x="0" y="393481"/>
                </a:cubicBezTo>
                <a:cubicBezTo>
                  <a:pt x="-26307" y="261825"/>
                  <a:pt x="23450" y="88824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accent5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0330008-77B7-9525-0279-44A251935623}"/>
              </a:ext>
            </a:extLst>
          </p:cNvPr>
          <p:cNvGrpSpPr/>
          <p:nvPr/>
        </p:nvGrpSpPr>
        <p:grpSpPr>
          <a:xfrm>
            <a:off x="4517017" y="2359083"/>
            <a:ext cx="332074" cy="3547570"/>
            <a:chOff x="4517017" y="2359083"/>
            <a:chExt cx="332074" cy="354757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51E2D72-284C-09D5-9769-C7FEA41BD000}"/>
                </a:ext>
              </a:extLst>
            </p:cNvPr>
            <p:cNvSpPr txBox="1"/>
            <p:nvPr/>
          </p:nvSpPr>
          <p:spPr>
            <a:xfrm>
              <a:off x="4517020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796C05-04BC-F0A8-C47E-F1633773CF7C}"/>
                </a:ext>
              </a:extLst>
            </p:cNvPr>
            <p:cNvSpPr txBox="1"/>
            <p:nvPr/>
          </p:nvSpPr>
          <p:spPr>
            <a:xfrm>
              <a:off x="4517019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85682D4-5D86-AFC2-A0B6-2535172DAF91}"/>
                </a:ext>
              </a:extLst>
            </p:cNvPr>
            <p:cNvSpPr txBox="1"/>
            <p:nvPr/>
          </p:nvSpPr>
          <p:spPr>
            <a:xfrm>
              <a:off x="4517017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0505813-C14E-3A04-9501-AA9381B5B34F}"/>
                </a:ext>
              </a:extLst>
            </p:cNvPr>
            <p:cNvSpPr txBox="1"/>
            <p:nvPr/>
          </p:nvSpPr>
          <p:spPr>
            <a:xfrm>
              <a:off x="4517018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4315F64-E216-63BC-3CAC-EFB294EA3F54}"/>
                </a:ext>
              </a:extLst>
            </p:cNvPr>
            <p:cNvSpPr txBox="1"/>
            <p:nvPr/>
          </p:nvSpPr>
          <p:spPr>
            <a:xfrm>
              <a:off x="4517017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1207F93-D28D-F887-97C0-54B591F732F2}"/>
              </a:ext>
            </a:extLst>
          </p:cNvPr>
          <p:cNvGrpSpPr/>
          <p:nvPr/>
        </p:nvGrpSpPr>
        <p:grpSpPr>
          <a:xfrm>
            <a:off x="5150543" y="2359083"/>
            <a:ext cx="332074" cy="3547570"/>
            <a:chOff x="5071196" y="2359083"/>
            <a:chExt cx="332074" cy="3547570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E72D6E3-3EAE-B90F-E459-B8846C73022D}"/>
                </a:ext>
              </a:extLst>
            </p:cNvPr>
            <p:cNvSpPr txBox="1"/>
            <p:nvPr/>
          </p:nvSpPr>
          <p:spPr>
            <a:xfrm>
              <a:off x="5071199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8C1B981-C82F-8C43-2EF6-169C11B5168F}"/>
                </a:ext>
              </a:extLst>
            </p:cNvPr>
            <p:cNvSpPr txBox="1"/>
            <p:nvPr/>
          </p:nvSpPr>
          <p:spPr>
            <a:xfrm>
              <a:off x="5071198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04BD405-D84B-F721-0936-362D0E8162E4}"/>
                </a:ext>
              </a:extLst>
            </p:cNvPr>
            <p:cNvSpPr txBox="1"/>
            <p:nvPr/>
          </p:nvSpPr>
          <p:spPr>
            <a:xfrm>
              <a:off x="5071196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EF6D64B-8A5D-BCD6-C42E-901B45D0F1C2}"/>
                </a:ext>
              </a:extLst>
            </p:cNvPr>
            <p:cNvSpPr txBox="1"/>
            <p:nvPr/>
          </p:nvSpPr>
          <p:spPr>
            <a:xfrm>
              <a:off x="5071197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2804477-A103-9E3B-8DFF-071110C3E47C}"/>
                </a:ext>
              </a:extLst>
            </p:cNvPr>
            <p:cNvSpPr txBox="1"/>
            <p:nvPr/>
          </p:nvSpPr>
          <p:spPr>
            <a:xfrm>
              <a:off x="5071196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0102C24-427C-5A23-73A3-5241DB42867F}"/>
              </a:ext>
            </a:extLst>
          </p:cNvPr>
          <p:cNvGrpSpPr/>
          <p:nvPr/>
        </p:nvGrpSpPr>
        <p:grpSpPr>
          <a:xfrm>
            <a:off x="5784069" y="2359083"/>
            <a:ext cx="332074" cy="3547570"/>
            <a:chOff x="5625375" y="2359083"/>
            <a:chExt cx="332074" cy="3547570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56FC9F4-DAAF-9EE8-0BBE-4924D0E75D7B}"/>
                </a:ext>
              </a:extLst>
            </p:cNvPr>
            <p:cNvSpPr txBox="1"/>
            <p:nvPr/>
          </p:nvSpPr>
          <p:spPr>
            <a:xfrm>
              <a:off x="5625378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749DC9F-5720-3B38-C963-8EF802C24398}"/>
                </a:ext>
              </a:extLst>
            </p:cNvPr>
            <p:cNvSpPr txBox="1"/>
            <p:nvPr/>
          </p:nvSpPr>
          <p:spPr>
            <a:xfrm>
              <a:off x="5625377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8A4B6F4-D163-9234-4781-237EC6536C25}"/>
                </a:ext>
              </a:extLst>
            </p:cNvPr>
            <p:cNvSpPr txBox="1"/>
            <p:nvPr/>
          </p:nvSpPr>
          <p:spPr>
            <a:xfrm>
              <a:off x="5625375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90B1B07-AD57-9D5D-3FFB-987F35A31C0F}"/>
                </a:ext>
              </a:extLst>
            </p:cNvPr>
            <p:cNvSpPr txBox="1"/>
            <p:nvPr/>
          </p:nvSpPr>
          <p:spPr>
            <a:xfrm>
              <a:off x="5625376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51C1BEE-A6FC-88A2-1DE6-01663300DB3D}"/>
                </a:ext>
              </a:extLst>
            </p:cNvPr>
            <p:cNvSpPr txBox="1"/>
            <p:nvPr/>
          </p:nvSpPr>
          <p:spPr>
            <a:xfrm>
              <a:off x="5625375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719B229-9587-72AE-1EB0-4CAED4DE1E3A}"/>
              </a:ext>
            </a:extLst>
          </p:cNvPr>
          <p:cNvGrpSpPr/>
          <p:nvPr/>
        </p:nvGrpSpPr>
        <p:grpSpPr>
          <a:xfrm>
            <a:off x="6417595" y="2359083"/>
            <a:ext cx="332074" cy="3547570"/>
            <a:chOff x="6179552" y="2359083"/>
            <a:chExt cx="332074" cy="3547570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E1ACBF6-122D-E9B3-6545-BAC769E6C38D}"/>
                </a:ext>
              </a:extLst>
            </p:cNvPr>
            <p:cNvSpPr txBox="1"/>
            <p:nvPr/>
          </p:nvSpPr>
          <p:spPr>
            <a:xfrm>
              <a:off x="6179555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F6E9597-D0AB-C2DA-6DB4-CD9FAA4CAA7A}"/>
                </a:ext>
              </a:extLst>
            </p:cNvPr>
            <p:cNvSpPr txBox="1"/>
            <p:nvPr/>
          </p:nvSpPr>
          <p:spPr>
            <a:xfrm>
              <a:off x="6179554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1C61308-1040-CE25-1577-A07F0D350DB1}"/>
                </a:ext>
              </a:extLst>
            </p:cNvPr>
            <p:cNvSpPr txBox="1"/>
            <p:nvPr/>
          </p:nvSpPr>
          <p:spPr>
            <a:xfrm>
              <a:off x="6179552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3A00AF1-9A06-E5A5-6A1E-60F30D0138CD}"/>
                </a:ext>
              </a:extLst>
            </p:cNvPr>
            <p:cNvSpPr txBox="1"/>
            <p:nvPr/>
          </p:nvSpPr>
          <p:spPr>
            <a:xfrm>
              <a:off x="6179553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BB7676D-B8B7-CA51-D888-C4DCB535E9E8}"/>
                </a:ext>
              </a:extLst>
            </p:cNvPr>
            <p:cNvSpPr txBox="1"/>
            <p:nvPr/>
          </p:nvSpPr>
          <p:spPr>
            <a:xfrm>
              <a:off x="6179552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…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5F16526-98A1-78C5-DDAE-D61E7F2BF3D7}"/>
              </a:ext>
            </a:extLst>
          </p:cNvPr>
          <p:cNvGrpSpPr/>
          <p:nvPr/>
        </p:nvGrpSpPr>
        <p:grpSpPr>
          <a:xfrm>
            <a:off x="7051121" y="2359083"/>
            <a:ext cx="332074" cy="3547570"/>
            <a:chOff x="5625375" y="2359083"/>
            <a:chExt cx="332074" cy="354757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CE4C92D-0BCC-6EC6-7F5D-4BD7608CEC7F}"/>
                </a:ext>
              </a:extLst>
            </p:cNvPr>
            <p:cNvSpPr txBox="1"/>
            <p:nvPr/>
          </p:nvSpPr>
          <p:spPr>
            <a:xfrm>
              <a:off x="5625378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40088F0-CA6E-F051-4FD5-960319249E57}"/>
                </a:ext>
              </a:extLst>
            </p:cNvPr>
            <p:cNvSpPr txBox="1"/>
            <p:nvPr/>
          </p:nvSpPr>
          <p:spPr>
            <a:xfrm>
              <a:off x="5625377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1E277AC-B71B-EA28-652D-89B44E1FA659}"/>
                </a:ext>
              </a:extLst>
            </p:cNvPr>
            <p:cNvSpPr txBox="1"/>
            <p:nvPr/>
          </p:nvSpPr>
          <p:spPr>
            <a:xfrm>
              <a:off x="5625375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E24B410-ED1B-334B-805F-2690A4018665}"/>
                </a:ext>
              </a:extLst>
            </p:cNvPr>
            <p:cNvSpPr txBox="1"/>
            <p:nvPr/>
          </p:nvSpPr>
          <p:spPr>
            <a:xfrm>
              <a:off x="5625376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FBA082D-4437-D2C4-FF2F-746F78E6C4DC}"/>
                </a:ext>
              </a:extLst>
            </p:cNvPr>
            <p:cNvSpPr txBox="1"/>
            <p:nvPr/>
          </p:nvSpPr>
          <p:spPr>
            <a:xfrm>
              <a:off x="5625375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2F4EE848-629C-9F7A-F163-1753FAB309CB}"/>
              </a:ext>
            </a:extLst>
          </p:cNvPr>
          <p:cNvSpPr txBox="1"/>
          <p:nvPr/>
        </p:nvSpPr>
        <p:spPr>
          <a:xfrm>
            <a:off x="4507344" y="1879140"/>
            <a:ext cx="295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# Ways to produce sample</a:t>
            </a:r>
          </a:p>
        </p:txBody>
      </p:sp>
    </p:spTree>
    <p:extLst>
      <p:ext uri="{BB962C8B-B14F-4D97-AF65-F5344CB8AC3E}">
        <p14:creationId xmlns:p14="http://schemas.microsoft.com/office/powerpoint/2010/main" val="319215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52BD9-BB44-0E0B-C589-C2267E09D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EF04DF2-BB72-8142-BA7C-BA27AEED552A}"/>
              </a:ext>
            </a:extLst>
          </p:cNvPr>
          <p:cNvGrpSpPr/>
          <p:nvPr/>
        </p:nvGrpSpPr>
        <p:grpSpPr>
          <a:xfrm rot="5400000" flipH="1">
            <a:off x="1040508" y="3031997"/>
            <a:ext cx="595884" cy="618174"/>
            <a:chOff x="475488" y="1595628"/>
            <a:chExt cx="3666744" cy="380390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419E662-DA3F-1B9C-1852-8FC9A2B1D667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6" name="Partial Circle 5">
              <a:extLst>
                <a:ext uri="{FF2B5EF4-FFF2-40B4-BE49-F238E27FC236}">
                  <a16:creationId xmlns:a16="http://schemas.microsoft.com/office/drawing/2014/main" id="{4A66202B-6B04-EE4A-A174-47CD7F037C90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8755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2E85448-227C-1555-6506-F30CE5B94785}"/>
              </a:ext>
            </a:extLst>
          </p:cNvPr>
          <p:cNvGrpSpPr/>
          <p:nvPr/>
        </p:nvGrpSpPr>
        <p:grpSpPr>
          <a:xfrm rot="10800000" flipH="1">
            <a:off x="1062797" y="3837813"/>
            <a:ext cx="595884" cy="595884"/>
            <a:chOff x="4916424" y="1690688"/>
            <a:chExt cx="3666744" cy="366674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F538268-07E7-0540-98B1-616A51006E43}"/>
                </a:ext>
              </a:extLst>
            </p:cNvPr>
            <p:cNvSpPr/>
            <p:nvPr/>
          </p:nvSpPr>
          <p:spPr>
            <a:xfrm>
              <a:off x="4916424" y="169068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9" name="Partial Circle 8">
              <a:extLst>
                <a:ext uri="{FF2B5EF4-FFF2-40B4-BE49-F238E27FC236}">
                  <a16:creationId xmlns:a16="http://schemas.microsoft.com/office/drawing/2014/main" id="{7777A965-6AD7-2A20-BE73-AFCE2C889244}"/>
                </a:ext>
              </a:extLst>
            </p:cNvPr>
            <p:cNvSpPr/>
            <p:nvPr/>
          </p:nvSpPr>
          <p:spPr>
            <a:xfrm rot="16200000">
              <a:off x="4916424" y="1690688"/>
              <a:ext cx="3666744" cy="3666744"/>
            </a:xfrm>
            <a:prstGeom prst="pie">
              <a:avLst>
                <a:gd name="adj1" fmla="val 28755"/>
                <a:gd name="adj2" fmla="val 10825612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B9FA7A-35A6-0C25-9504-749F35D3EBAA}"/>
              </a:ext>
            </a:extLst>
          </p:cNvPr>
          <p:cNvGrpSpPr/>
          <p:nvPr/>
        </p:nvGrpSpPr>
        <p:grpSpPr>
          <a:xfrm rot="16200000" flipH="1">
            <a:off x="1029362" y="4632484"/>
            <a:ext cx="595884" cy="595884"/>
            <a:chOff x="8145780" y="1528572"/>
            <a:chExt cx="3666744" cy="36667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9D064BB-69D3-D36D-91F2-B76768673DDC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2" name="Partial Circle 11">
              <a:extLst>
                <a:ext uri="{FF2B5EF4-FFF2-40B4-BE49-F238E27FC236}">
                  <a16:creationId xmlns:a16="http://schemas.microsoft.com/office/drawing/2014/main" id="{CD279026-D4A4-3096-AA9B-3970D599F8EF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8755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D9C5C78A-6F2A-9139-C587-9CCCB0CF3593}"/>
              </a:ext>
            </a:extLst>
          </p:cNvPr>
          <p:cNvSpPr/>
          <p:nvPr/>
        </p:nvSpPr>
        <p:spPr>
          <a:xfrm flipH="1">
            <a:off x="1040507" y="5427154"/>
            <a:ext cx="595884" cy="59588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8A536B9-9DEC-89E7-7A5D-D23E2DE0EBA9}"/>
              </a:ext>
            </a:extLst>
          </p:cNvPr>
          <p:cNvSpPr/>
          <p:nvPr/>
        </p:nvSpPr>
        <p:spPr>
          <a:xfrm flipH="1">
            <a:off x="1051653" y="2248472"/>
            <a:ext cx="595884" cy="59588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A814FE5-416E-51A9-9930-44190674549E}"/>
              </a:ext>
            </a:extLst>
          </p:cNvPr>
          <p:cNvGrpSpPr/>
          <p:nvPr/>
        </p:nvGrpSpPr>
        <p:grpSpPr>
          <a:xfrm>
            <a:off x="1859443" y="2245807"/>
            <a:ext cx="1941140" cy="598549"/>
            <a:chOff x="1960027" y="2245807"/>
            <a:chExt cx="1941140" cy="598549"/>
          </a:xfrm>
        </p:grpSpPr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BBDB26EB-BDFB-7DD8-9DD9-C11EFF95BC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16" name="Graphic 15" descr="User with solid fill">
              <a:extLst>
                <a:ext uri="{FF2B5EF4-FFF2-40B4-BE49-F238E27FC236}">
                  <a16:creationId xmlns:a16="http://schemas.microsoft.com/office/drawing/2014/main" id="{D015A24D-A1C9-6F1F-878B-532E29D0AA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17" name="Graphic 16" descr="User with solid fill">
              <a:extLst>
                <a:ext uri="{FF2B5EF4-FFF2-40B4-BE49-F238E27FC236}">
                  <a16:creationId xmlns:a16="http://schemas.microsoft.com/office/drawing/2014/main" id="{2E09B01C-9DF8-2EB7-A875-4A6597BA0B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18" name="Graphic 17" descr="User with solid fill">
              <a:extLst>
                <a:ext uri="{FF2B5EF4-FFF2-40B4-BE49-F238E27FC236}">
                  <a16:creationId xmlns:a16="http://schemas.microsoft.com/office/drawing/2014/main" id="{857F51DF-0F84-39F6-D7E8-48D83D89F4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F0C7CB6-7EC9-179B-B73C-45DBC01A16EA}"/>
              </a:ext>
            </a:extLst>
          </p:cNvPr>
          <p:cNvGrpSpPr/>
          <p:nvPr/>
        </p:nvGrpSpPr>
        <p:grpSpPr>
          <a:xfrm>
            <a:off x="1859443" y="3040477"/>
            <a:ext cx="1941140" cy="598549"/>
            <a:chOff x="1960027" y="2245807"/>
            <a:chExt cx="1941140" cy="598549"/>
          </a:xfrm>
        </p:grpSpPr>
        <p:pic>
          <p:nvPicPr>
            <p:cNvPr id="21" name="Graphic 20" descr="User with solid fill">
              <a:extLst>
                <a:ext uri="{FF2B5EF4-FFF2-40B4-BE49-F238E27FC236}">
                  <a16:creationId xmlns:a16="http://schemas.microsoft.com/office/drawing/2014/main" id="{428E6051-6435-D781-9F57-EE4DDBC233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22" name="Graphic 21" descr="User with solid fill">
              <a:extLst>
                <a:ext uri="{FF2B5EF4-FFF2-40B4-BE49-F238E27FC236}">
                  <a16:creationId xmlns:a16="http://schemas.microsoft.com/office/drawing/2014/main" id="{EB704FE5-FB0C-7B28-1AB6-A9F9724A49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23" name="Graphic 22" descr="User with solid fill">
              <a:extLst>
                <a:ext uri="{FF2B5EF4-FFF2-40B4-BE49-F238E27FC236}">
                  <a16:creationId xmlns:a16="http://schemas.microsoft.com/office/drawing/2014/main" id="{ECEA471A-A198-25E2-445B-7C4A7B9BF3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24" name="Graphic 23" descr="User with solid fill">
              <a:extLst>
                <a:ext uri="{FF2B5EF4-FFF2-40B4-BE49-F238E27FC236}">
                  <a16:creationId xmlns:a16="http://schemas.microsoft.com/office/drawing/2014/main" id="{9518A7A0-B711-49AE-CE79-D787006665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6AE986B-5EAB-2298-759C-D66CA711E8A5}"/>
              </a:ext>
            </a:extLst>
          </p:cNvPr>
          <p:cNvGrpSpPr/>
          <p:nvPr/>
        </p:nvGrpSpPr>
        <p:grpSpPr>
          <a:xfrm>
            <a:off x="1859443" y="3832482"/>
            <a:ext cx="1941140" cy="598549"/>
            <a:chOff x="1960027" y="2245807"/>
            <a:chExt cx="1941140" cy="598549"/>
          </a:xfrm>
        </p:grpSpPr>
        <p:pic>
          <p:nvPicPr>
            <p:cNvPr id="26" name="Graphic 25" descr="User with solid fill">
              <a:extLst>
                <a:ext uri="{FF2B5EF4-FFF2-40B4-BE49-F238E27FC236}">
                  <a16:creationId xmlns:a16="http://schemas.microsoft.com/office/drawing/2014/main" id="{E69ECF85-3683-57EE-FAF6-74386530E8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27" name="Graphic 26" descr="User with solid fill">
              <a:extLst>
                <a:ext uri="{FF2B5EF4-FFF2-40B4-BE49-F238E27FC236}">
                  <a16:creationId xmlns:a16="http://schemas.microsoft.com/office/drawing/2014/main" id="{80F85F1B-73A8-4A0F-DB96-F386DF2577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28" name="Graphic 27" descr="User with solid fill">
              <a:extLst>
                <a:ext uri="{FF2B5EF4-FFF2-40B4-BE49-F238E27FC236}">
                  <a16:creationId xmlns:a16="http://schemas.microsoft.com/office/drawing/2014/main" id="{FB5A170F-26FE-00FA-8EA6-3E2948509A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29" name="Graphic 28" descr="User with solid fill">
              <a:extLst>
                <a:ext uri="{FF2B5EF4-FFF2-40B4-BE49-F238E27FC236}">
                  <a16:creationId xmlns:a16="http://schemas.microsoft.com/office/drawing/2014/main" id="{0930536E-E374-A33B-0A35-FAEE18139A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4DF271-9F6A-A1B6-5FAA-F0B8522A61AD}"/>
              </a:ext>
            </a:extLst>
          </p:cNvPr>
          <p:cNvGrpSpPr/>
          <p:nvPr/>
        </p:nvGrpSpPr>
        <p:grpSpPr>
          <a:xfrm>
            <a:off x="1859443" y="4632484"/>
            <a:ext cx="1941140" cy="598549"/>
            <a:chOff x="1960027" y="2245807"/>
            <a:chExt cx="1941140" cy="598549"/>
          </a:xfrm>
        </p:grpSpPr>
        <p:pic>
          <p:nvPicPr>
            <p:cNvPr id="31" name="Graphic 30" descr="User with solid fill">
              <a:extLst>
                <a:ext uri="{FF2B5EF4-FFF2-40B4-BE49-F238E27FC236}">
                  <a16:creationId xmlns:a16="http://schemas.microsoft.com/office/drawing/2014/main" id="{9DAF9B5B-7172-D7DF-1045-1B59134CD1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32" name="Graphic 31" descr="User with solid fill">
              <a:extLst>
                <a:ext uri="{FF2B5EF4-FFF2-40B4-BE49-F238E27FC236}">
                  <a16:creationId xmlns:a16="http://schemas.microsoft.com/office/drawing/2014/main" id="{D92DC2CF-B38F-8AB6-34D1-3B84DECA03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33" name="Graphic 32" descr="User with solid fill">
              <a:extLst>
                <a:ext uri="{FF2B5EF4-FFF2-40B4-BE49-F238E27FC236}">
                  <a16:creationId xmlns:a16="http://schemas.microsoft.com/office/drawing/2014/main" id="{E4C8DBB7-1874-A4F9-F405-A96694BF8C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34" name="Graphic 33" descr="User with solid fill">
              <a:extLst>
                <a:ext uri="{FF2B5EF4-FFF2-40B4-BE49-F238E27FC236}">
                  <a16:creationId xmlns:a16="http://schemas.microsoft.com/office/drawing/2014/main" id="{D11B5B8E-59A3-0C69-60D6-4385CF8D67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34B57C3-BDF8-2117-991C-BDB003DDC22B}"/>
              </a:ext>
            </a:extLst>
          </p:cNvPr>
          <p:cNvGrpSpPr/>
          <p:nvPr/>
        </p:nvGrpSpPr>
        <p:grpSpPr>
          <a:xfrm>
            <a:off x="1859443" y="5427154"/>
            <a:ext cx="1941140" cy="598549"/>
            <a:chOff x="1960027" y="2245807"/>
            <a:chExt cx="1941140" cy="598549"/>
          </a:xfrm>
        </p:grpSpPr>
        <p:pic>
          <p:nvPicPr>
            <p:cNvPr id="36" name="Graphic 35" descr="User with solid fill">
              <a:extLst>
                <a:ext uri="{FF2B5EF4-FFF2-40B4-BE49-F238E27FC236}">
                  <a16:creationId xmlns:a16="http://schemas.microsoft.com/office/drawing/2014/main" id="{5F76BD72-0A77-FB4E-CBBE-A46CADE97C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37" name="Graphic 36" descr="User with solid fill">
              <a:extLst>
                <a:ext uri="{FF2B5EF4-FFF2-40B4-BE49-F238E27FC236}">
                  <a16:creationId xmlns:a16="http://schemas.microsoft.com/office/drawing/2014/main" id="{07851627-C072-BD1A-1046-B9A1EA9DF2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38" name="Graphic 37" descr="User with solid fill">
              <a:extLst>
                <a:ext uri="{FF2B5EF4-FFF2-40B4-BE49-F238E27FC236}">
                  <a16:creationId xmlns:a16="http://schemas.microsoft.com/office/drawing/2014/main" id="{BF576437-5ABE-B9E8-06BA-A047CD71BE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39" name="Graphic 38" descr="User with solid fill">
              <a:extLst>
                <a:ext uri="{FF2B5EF4-FFF2-40B4-BE49-F238E27FC236}">
                  <a16:creationId xmlns:a16="http://schemas.microsoft.com/office/drawing/2014/main" id="{A03A0ED2-50CE-7823-9F54-E8F6EC357F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sp>
        <p:nvSpPr>
          <p:cNvPr id="42" name="Title 1">
            <a:extLst>
              <a:ext uri="{FF2B5EF4-FFF2-40B4-BE49-F238E27FC236}">
                <a16:creationId xmlns:a16="http://schemas.microsoft.com/office/drawing/2014/main" id="{1DD627C5-62DB-F73F-092D-98A3921BE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4804"/>
            <a:ext cx="10515600" cy="595884"/>
          </a:xfrm>
        </p:spPr>
        <p:txBody>
          <a:bodyPr>
            <a:normAutofit fontScale="90000"/>
          </a:bodyPr>
          <a:lstStyle/>
          <a:p>
            <a:r>
              <a:rPr lang="en-NZ" dirty="0">
                <a:solidFill>
                  <a:schemeClr val="bg1"/>
                </a:solidFill>
              </a:rPr>
              <a:t>The long inefficient way: counting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46294B5-07F9-3FFB-4E8A-F45CA745FA30}"/>
              </a:ext>
            </a:extLst>
          </p:cNvPr>
          <p:cNvGrpSpPr/>
          <p:nvPr/>
        </p:nvGrpSpPr>
        <p:grpSpPr>
          <a:xfrm>
            <a:off x="1062797" y="399527"/>
            <a:ext cx="10077388" cy="595884"/>
            <a:chOff x="995996" y="1830140"/>
            <a:chExt cx="10077388" cy="595884"/>
          </a:xfrm>
        </p:grpSpPr>
        <p:pic>
          <p:nvPicPr>
            <p:cNvPr id="44" name="Graphic 43" descr="User with solid fill">
              <a:extLst>
                <a:ext uri="{FF2B5EF4-FFF2-40B4-BE49-F238E27FC236}">
                  <a16:creationId xmlns:a16="http://schemas.microsoft.com/office/drawing/2014/main" id="{4281FC89-D12E-C110-3014-83CE910B31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89185" y="1830140"/>
              <a:ext cx="595884" cy="595884"/>
            </a:xfrm>
            <a:prstGeom prst="rect">
              <a:avLst/>
            </a:prstGeom>
          </p:spPr>
        </p:pic>
        <p:pic>
          <p:nvPicPr>
            <p:cNvPr id="45" name="Graphic 44" descr="User with solid fill">
              <a:extLst>
                <a:ext uri="{FF2B5EF4-FFF2-40B4-BE49-F238E27FC236}">
                  <a16:creationId xmlns:a16="http://schemas.microsoft.com/office/drawing/2014/main" id="{AB641D15-C75A-9CBE-B9DC-14EC09C3C7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88212" y="1830140"/>
              <a:ext cx="595884" cy="595884"/>
            </a:xfrm>
            <a:prstGeom prst="rect">
              <a:avLst/>
            </a:prstGeom>
          </p:spPr>
        </p:pic>
        <p:pic>
          <p:nvPicPr>
            <p:cNvPr id="46" name="Graphic 45" descr="User with solid fill">
              <a:extLst>
                <a:ext uri="{FF2B5EF4-FFF2-40B4-BE49-F238E27FC236}">
                  <a16:creationId xmlns:a16="http://schemas.microsoft.com/office/drawing/2014/main" id="{9D19501C-B546-414D-9673-E59E77F610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87239" y="1830140"/>
              <a:ext cx="595884" cy="595884"/>
            </a:xfrm>
            <a:prstGeom prst="rect">
              <a:avLst/>
            </a:prstGeom>
          </p:spPr>
        </p:pic>
        <p:pic>
          <p:nvPicPr>
            <p:cNvPr id="47" name="Graphic 46" descr="User with solid fill">
              <a:extLst>
                <a:ext uri="{FF2B5EF4-FFF2-40B4-BE49-F238E27FC236}">
                  <a16:creationId xmlns:a16="http://schemas.microsoft.com/office/drawing/2014/main" id="{2789E8C9-9BAA-2757-B538-CB61541762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986266" y="1830140"/>
              <a:ext cx="595884" cy="595884"/>
            </a:xfrm>
            <a:prstGeom prst="rect">
              <a:avLst/>
            </a:prstGeom>
          </p:spPr>
        </p:pic>
        <p:pic>
          <p:nvPicPr>
            <p:cNvPr id="48" name="Graphic 47" descr="User with solid fill">
              <a:extLst>
                <a:ext uri="{FF2B5EF4-FFF2-40B4-BE49-F238E27FC236}">
                  <a16:creationId xmlns:a16="http://schemas.microsoft.com/office/drawing/2014/main" id="{4D278366-04E7-B34F-690C-853507EF8C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485293" y="1830140"/>
              <a:ext cx="595884" cy="595884"/>
            </a:xfrm>
            <a:prstGeom prst="rect">
              <a:avLst/>
            </a:prstGeom>
          </p:spPr>
        </p:pic>
        <p:pic>
          <p:nvPicPr>
            <p:cNvPr id="49" name="Graphic 48" descr="User with solid fill">
              <a:extLst>
                <a:ext uri="{FF2B5EF4-FFF2-40B4-BE49-F238E27FC236}">
                  <a16:creationId xmlns:a16="http://schemas.microsoft.com/office/drawing/2014/main" id="{F4E083AB-C93A-EFF6-2FE5-EA836A55CC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84320" y="1830140"/>
              <a:ext cx="595884" cy="595884"/>
            </a:xfrm>
            <a:prstGeom prst="rect">
              <a:avLst/>
            </a:prstGeom>
          </p:spPr>
        </p:pic>
        <p:pic>
          <p:nvPicPr>
            <p:cNvPr id="50" name="Graphic 49" descr="User with solid fill">
              <a:extLst>
                <a:ext uri="{FF2B5EF4-FFF2-40B4-BE49-F238E27FC236}">
                  <a16:creationId xmlns:a16="http://schemas.microsoft.com/office/drawing/2014/main" id="{E477E71A-DFD4-7A88-7542-39BD86A6F5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83347" y="1830140"/>
              <a:ext cx="595884" cy="595884"/>
            </a:xfrm>
            <a:prstGeom prst="rect">
              <a:avLst/>
            </a:prstGeom>
          </p:spPr>
        </p:pic>
        <p:pic>
          <p:nvPicPr>
            <p:cNvPr id="51" name="Graphic 50" descr="User with solid fill">
              <a:extLst>
                <a:ext uri="{FF2B5EF4-FFF2-40B4-BE49-F238E27FC236}">
                  <a16:creationId xmlns:a16="http://schemas.microsoft.com/office/drawing/2014/main" id="{F9EE147A-AB92-7A5A-3E53-C1808B1FE2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82374" y="1830140"/>
              <a:ext cx="595884" cy="595884"/>
            </a:xfrm>
            <a:prstGeom prst="rect">
              <a:avLst/>
            </a:prstGeom>
          </p:spPr>
        </p:pic>
        <p:pic>
          <p:nvPicPr>
            <p:cNvPr id="52" name="Graphic 51" descr="User with solid fill">
              <a:extLst>
                <a:ext uri="{FF2B5EF4-FFF2-40B4-BE49-F238E27FC236}">
                  <a16:creationId xmlns:a16="http://schemas.microsoft.com/office/drawing/2014/main" id="{D3691F6A-93BD-03B6-1B63-D9A7563B53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481401" y="1830140"/>
              <a:ext cx="595884" cy="595884"/>
            </a:xfrm>
            <a:prstGeom prst="rect">
              <a:avLst/>
            </a:prstGeom>
          </p:spPr>
        </p:pic>
        <p:pic>
          <p:nvPicPr>
            <p:cNvPr id="53" name="Graphic 52" descr="User with solid fill">
              <a:extLst>
                <a:ext uri="{FF2B5EF4-FFF2-40B4-BE49-F238E27FC236}">
                  <a16:creationId xmlns:a16="http://schemas.microsoft.com/office/drawing/2014/main" id="{392AD5BC-34A0-60FC-3054-D6B6ABFD21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80428" y="1830140"/>
              <a:ext cx="595884" cy="595884"/>
            </a:xfrm>
            <a:prstGeom prst="rect">
              <a:avLst/>
            </a:prstGeom>
          </p:spPr>
        </p:pic>
        <p:pic>
          <p:nvPicPr>
            <p:cNvPr id="54" name="Graphic 53" descr="User with solid fill">
              <a:extLst>
                <a:ext uri="{FF2B5EF4-FFF2-40B4-BE49-F238E27FC236}">
                  <a16:creationId xmlns:a16="http://schemas.microsoft.com/office/drawing/2014/main" id="{0E83E1CA-9F61-5325-4B58-BEEE647F7D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79455" y="1830140"/>
              <a:ext cx="595884" cy="595884"/>
            </a:xfrm>
            <a:prstGeom prst="rect">
              <a:avLst/>
            </a:prstGeom>
          </p:spPr>
        </p:pic>
        <p:pic>
          <p:nvPicPr>
            <p:cNvPr id="55" name="Graphic 54" descr="User with solid fill">
              <a:extLst>
                <a:ext uri="{FF2B5EF4-FFF2-40B4-BE49-F238E27FC236}">
                  <a16:creationId xmlns:a16="http://schemas.microsoft.com/office/drawing/2014/main" id="{6D31D757-71E1-9611-A55E-8E45C7B60C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978482" y="1830140"/>
              <a:ext cx="595884" cy="595884"/>
            </a:xfrm>
            <a:prstGeom prst="rect">
              <a:avLst/>
            </a:prstGeom>
          </p:spPr>
        </p:pic>
        <p:pic>
          <p:nvPicPr>
            <p:cNvPr id="56" name="Graphic 55" descr="User with solid fill">
              <a:extLst>
                <a:ext uri="{FF2B5EF4-FFF2-40B4-BE49-F238E27FC236}">
                  <a16:creationId xmlns:a16="http://schemas.microsoft.com/office/drawing/2014/main" id="{788CC91D-0430-4E7F-1395-F42AB2C318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477500" y="1830140"/>
              <a:ext cx="595884" cy="595884"/>
            </a:xfrm>
            <a:prstGeom prst="rect">
              <a:avLst/>
            </a:prstGeom>
          </p:spPr>
        </p:pic>
        <p:pic>
          <p:nvPicPr>
            <p:cNvPr id="57" name="Graphic 56" descr="User with solid fill">
              <a:extLst>
                <a:ext uri="{FF2B5EF4-FFF2-40B4-BE49-F238E27FC236}">
                  <a16:creationId xmlns:a16="http://schemas.microsoft.com/office/drawing/2014/main" id="{0DD9E2E5-5721-6FFC-2C83-7A1BBF9600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95996" y="1830140"/>
              <a:ext cx="595884" cy="595884"/>
            </a:xfrm>
            <a:prstGeom prst="rect">
              <a:avLst/>
            </a:prstGeom>
          </p:spPr>
        </p:pic>
        <p:pic>
          <p:nvPicPr>
            <p:cNvPr id="58" name="Graphic 57" descr="User with solid fill">
              <a:extLst>
                <a:ext uri="{FF2B5EF4-FFF2-40B4-BE49-F238E27FC236}">
                  <a16:creationId xmlns:a16="http://schemas.microsoft.com/office/drawing/2014/main" id="{0E1CBB57-54C8-8763-3E07-48B5AB8044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95023" y="1830140"/>
              <a:ext cx="595884" cy="595884"/>
            </a:xfrm>
            <a:prstGeom prst="rect">
              <a:avLst/>
            </a:prstGeom>
          </p:spPr>
        </p:pic>
        <p:pic>
          <p:nvPicPr>
            <p:cNvPr id="59" name="Graphic 58" descr="User with solid fill">
              <a:extLst>
                <a:ext uri="{FF2B5EF4-FFF2-40B4-BE49-F238E27FC236}">
                  <a16:creationId xmlns:a16="http://schemas.microsoft.com/office/drawing/2014/main" id="{C241DC63-B570-60CC-E8F6-3C6A6BFB6C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94050" y="1830140"/>
              <a:ext cx="595884" cy="595884"/>
            </a:xfrm>
            <a:prstGeom prst="rect">
              <a:avLst/>
            </a:prstGeom>
          </p:spPr>
        </p:pic>
        <p:pic>
          <p:nvPicPr>
            <p:cNvPr id="60" name="Graphic 59" descr="User with solid fill">
              <a:extLst>
                <a:ext uri="{FF2B5EF4-FFF2-40B4-BE49-F238E27FC236}">
                  <a16:creationId xmlns:a16="http://schemas.microsoft.com/office/drawing/2014/main" id="{798622B1-2FA0-B90A-A4DD-38A1228F7D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93077" y="1830140"/>
              <a:ext cx="595884" cy="595884"/>
            </a:xfrm>
            <a:prstGeom prst="rect">
              <a:avLst/>
            </a:prstGeom>
          </p:spPr>
        </p:pic>
        <p:pic>
          <p:nvPicPr>
            <p:cNvPr id="61" name="Graphic 60" descr="User with solid fill">
              <a:extLst>
                <a:ext uri="{FF2B5EF4-FFF2-40B4-BE49-F238E27FC236}">
                  <a16:creationId xmlns:a16="http://schemas.microsoft.com/office/drawing/2014/main" id="{EDF07358-B29A-1A45-CE86-37B5014ADA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92104" y="1830140"/>
              <a:ext cx="595884" cy="595884"/>
            </a:xfrm>
            <a:prstGeom prst="rect">
              <a:avLst/>
            </a:prstGeom>
          </p:spPr>
        </p:pic>
        <p:pic>
          <p:nvPicPr>
            <p:cNvPr id="62" name="Graphic 61" descr="User with solid fill">
              <a:extLst>
                <a:ext uri="{FF2B5EF4-FFF2-40B4-BE49-F238E27FC236}">
                  <a16:creationId xmlns:a16="http://schemas.microsoft.com/office/drawing/2014/main" id="{22D0E451-6D9E-B403-10FB-CD26BADF3C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491131" y="1830140"/>
              <a:ext cx="595884" cy="595884"/>
            </a:xfrm>
            <a:prstGeom prst="rect">
              <a:avLst/>
            </a:prstGeom>
          </p:spPr>
        </p:pic>
        <p:pic>
          <p:nvPicPr>
            <p:cNvPr id="63" name="Graphic 62" descr="User with solid fill">
              <a:extLst>
                <a:ext uri="{FF2B5EF4-FFF2-40B4-BE49-F238E27FC236}">
                  <a16:creationId xmlns:a16="http://schemas.microsoft.com/office/drawing/2014/main" id="{2F7D432A-485E-4F8C-D7B6-CACFCA34F4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90158" y="1830140"/>
              <a:ext cx="595884" cy="595884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7B3FC1D-7ECF-88EF-9D45-043AC0FA8713}"/>
              </a:ext>
            </a:extLst>
          </p:cNvPr>
          <p:cNvGrpSpPr/>
          <p:nvPr/>
        </p:nvGrpSpPr>
        <p:grpSpPr>
          <a:xfrm>
            <a:off x="4517017" y="2359083"/>
            <a:ext cx="332074" cy="3547570"/>
            <a:chOff x="4517017" y="2359083"/>
            <a:chExt cx="332074" cy="354757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C40AD4F-21F8-A82E-9F4A-E3F277E99170}"/>
                </a:ext>
              </a:extLst>
            </p:cNvPr>
            <p:cNvSpPr txBox="1"/>
            <p:nvPr/>
          </p:nvSpPr>
          <p:spPr>
            <a:xfrm>
              <a:off x="4517020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C057E1E-0636-89A1-E2A2-66F1CE441FE0}"/>
                </a:ext>
              </a:extLst>
            </p:cNvPr>
            <p:cNvSpPr txBox="1"/>
            <p:nvPr/>
          </p:nvSpPr>
          <p:spPr>
            <a:xfrm>
              <a:off x="4517019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CAB62AF-9921-D7EA-D06C-7E0CC41199D0}"/>
                </a:ext>
              </a:extLst>
            </p:cNvPr>
            <p:cNvSpPr txBox="1"/>
            <p:nvPr/>
          </p:nvSpPr>
          <p:spPr>
            <a:xfrm>
              <a:off x="4517017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C0D7126-8D1E-D5A2-338E-1D403949D198}"/>
                </a:ext>
              </a:extLst>
            </p:cNvPr>
            <p:cNvSpPr txBox="1"/>
            <p:nvPr/>
          </p:nvSpPr>
          <p:spPr>
            <a:xfrm>
              <a:off x="4517018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5ED0A6E-6641-B90E-1DA4-13E6D4EAAD00}"/>
                </a:ext>
              </a:extLst>
            </p:cNvPr>
            <p:cNvSpPr txBox="1"/>
            <p:nvPr/>
          </p:nvSpPr>
          <p:spPr>
            <a:xfrm>
              <a:off x="4517017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56C8343-0B0D-4537-04DB-4F70A658B9E5}"/>
              </a:ext>
            </a:extLst>
          </p:cNvPr>
          <p:cNvGrpSpPr/>
          <p:nvPr/>
        </p:nvGrpSpPr>
        <p:grpSpPr>
          <a:xfrm>
            <a:off x="5150543" y="2359083"/>
            <a:ext cx="332074" cy="3547570"/>
            <a:chOff x="5071196" y="2359083"/>
            <a:chExt cx="332074" cy="3547570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4067E62-D91A-A0B3-36FF-60875EF7C7C6}"/>
                </a:ext>
              </a:extLst>
            </p:cNvPr>
            <p:cNvSpPr txBox="1"/>
            <p:nvPr/>
          </p:nvSpPr>
          <p:spPr>
            <a:xfrm>
              <a:off x="5071199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088BAD6-654E-4AFB-0612-49E894949012}"/>
                </a:ext>
              </a:extLst>
            </p:cNvPr>
            <p:cNvSpPr txBox="1"/>
            <p:nvPr/>
          </p:nvSpPr>
          <p:spPr>
            <a:xfrm>
              <a:off x="5071198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A04B4D0-582C-4F5C-E37B-827CE365EBE6}"/>
                </a:ext>
              </a:extLst>
            </p:cNvPr>
            <p:cNvSpPr txBox="1"/>
            <p:nvPr/>
          </p:nvSpPr>
          <p:spPr>
            <a:xfrm>
              <a:off x="5071196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B718605-DE49-529F-73AC-B7EFBBC389EA}"/>
                </a:ext>
              </a:extLst>
            </p:cNvPr>
            <p:cNvSpPr txBox="1"/>
            <p:nvPr/>
          </p:nvSpPr>
          <p:spPr>
            <a:xfrm>
              <a:off x="5071197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442EFB3-6D08-9BC7-B174-018E51E39A4B}"/>
                </a:ext>
              </a:extLst>
            </p:cNvPr>
            <p:cNvSpPr txBox="1"/>
            <p:nvPr/>
          </p:nvSpPr>
          <p:spPr>
            <a:xfrm>
              <a:off x="5071196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4E133DE-18CE-BD80-8CC0-215E5FF3FDB3}"/>
              </a:ext>
            </a:extLst>
          </p:cNvPr>
          <p:cNvGrpSpPr/>
          <p:nvPr/>
        </p:nvGrpSpPr>
        <p:grpSpPr>
          <a:xfrm>
            <a:off x="5784069" y="2359083"/>
            <a:ext cx="332074" cy="3547570"/>
            <a:chOff x="5625375" y="2359083"/>
            <a:chExt cx="332074" cy="3547570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EBA41B4-B269-6E35-5425-B31CAFE0931C}"/>
                </a:ext>
              </a:extLst>
            </p:cNvPr>
            <p:cNvSpPr txBox="1"/>
            <p:nvPr/>
          </p:nvSpPr>
          <p:spPr>
            <a:xfrm>
              <a:off x="5625378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BE0C56F-7D21-F287-C4E1-D1DB84E1A174}"/>
                </a:ext>
              </a:extLst>
            </p:cNvPr>
            <p:cNvSpPr txBox="1"/>
            <p:nvPr/>
          </p:nvSpPr>
          <p:spPr>
            <a:xfrm>
              <a:off x="5625377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0DA07D7-9C43-5E9A-548B-3E4CAE65A3D3}"/>
                </a:ext>
              </a:extLst>
            </p:cNvPr>
            <p:cNvSpPr txBox="1"/>
            <p:nvPr/>
          </p:nvSpPr>
          <p:spPr>
            <a:xfrm>
              <a:off x="5625375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66A7558-FB9D-1DE2-AE5D-DC916207B559}"/>
                </a:ext>
              </a:extLst>
            </p:cNvPr>
            <p:cNvSpPr txBox="1"/>
            <p:nvPr/>
          </p:nvSpPr>
          <p:spPr>
            <a:xfrm>
              <a:off x="5625376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6A1397E-72A5-4EAF-E390-32A751069E25}"/>
                </a:ext>
              </a:extLst>
            </p:cNvPr>
            <p:cNvSpPr txBox="1"/>
            <p:nvPr/>
          </p:nvSpPr>
          <p:spPr>
            <a:xfrm>
              <a:off x="5625375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07C8BB9-6D5D-4490-AE29-9F4A105D77D6}"/>
              </a:ext>
            </a:extLst>
          </p:cNvPr>
          <p:cNvGrpSpPr/>
          <p:nvPr/>
        </p:nvGrpSpPr>
        <p:grpSpPr>
          <a:xfrm>
            <a:off x="6417595" y="2359083"/>
            <a:ext cx="332074" cy="3547570"/>
            <a:chOff x="6179552" y="2359083"/>
            <a:chExt cx="332074" cy="3547570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5BCCF28-1012-171D-9B9B-A5798943E85C}"/>
                </a:ext>
              </a:extLst>
            </p:cNvPr>
            <p:cNvSpPr txBox="1"/>
            <p:nvPr/>
          </p:nvSpPr>
          <p:spPr>
            <a:xfrm>
              <a:off x="6179555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DD3A3F1-FBA2-E5FB-7A33-50E1668A93BA}"/>
                </a:ext>
              </a:extLst>
            </p:cNvPr>
            <p:cNvSpPr txBox="1"/>
            <p:nvPr/>
          </p:nvSpPr>
          <p:spPr>
            <a:xfrm>
              <a:off x="6179554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05E36A1-5D2B-2D53-4AF1-70E212F7EF2C}"/>
                </a:ext>
              </a:extLst>
            </p:cNvPr>
            <p:cNvSpPr txBox="1"/>
            <p:nvPr/>
          </p:nvSpPr>
          <p:spPr>
            <a:xfrm>
              <a:off x="6179552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FA3D3D3-012F-C690-A47F-EE8545D191B9}"/>
                </a:ext>
              </a:extLst>
            </p:cNvPr>
            <p:cNvSpPr txBox="1"/>
            <p:nvPr/>
          </p:nvSpPr>
          <p:spPr>
            <a:xfrm>
              <a:off x="6179553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34F5853-CF66-4C3D-1FD0-E867877AE3A7}"/>
                </a:ext>
              </a:extLst>
            </p:cNvPr>
            <p:cNvSpPr txBox="1"/>
            <p:nvPr/>
          </p:nvSpPr>
          <p:spPr>
            <a:xfrm>
              <a:off x="6179552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…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957417D-D62E-7C7E-D3C8-120FE687D22C}"/>
              </a:ext>
            </a:extLst>
          </p:cNvPr>
          <p:cNvGrpSpPr/>
          <p:nvPr/>
        </p:nvGrpSpPr>
        <p:grpSpPr>
          <a:xfrm>
            <a:off x="7051121" y="2359083"/>
            <a:ext cx="332074" cy="3547570"/>
            <a:chOff x="5625375" y="2359083"/>
            <a:chExt cx="332074" cy="354757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E39241B-6F1F-12F5-F5AB-7B9D4FAB47FF}"/>
                </a:ext>
              </a:extLst>
            </p:cNvPr>
            <p:cNvSpPr txBox="1"/>
            <p:nvPr/>
          </p:nvSpPr>
          <p:spPr>
            <a:xfrm>
              <a:off x="5625378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5D337C1-4DF3-7E14-5C42-71C89E5B507D}"/>
                </a:ext>
              </a:extLst>
            </p:cNvPr>
            <p:cNvSpPr txBox="1"/>
            <p:nvPr/>
          </p:nvSpPr>
          <p:spPr>
            <a:xfrm>
              <a:off x="5625377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D7EE436-B0BA-A188-2D5B-2A8394B2F215}"/>
                </a:ext>
              </a:extLst>
            </p:cNvPr>
            <p:cNvSpPr txBox="1"/>
            <p:nvPr/>
          </p:nvSpPr>
          <p:spPr>
            <a:xfrm>
              <a:off x="5625375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2E0421D-8A6B-C324-71B6-DD917C3D9C45}"/>
                </a:ext>
              </a:extLst>
            </p:cNvPr>
            <p:cNvSpPr txBox="1"/>
            <p:nvPr/>
          </p:nvSpPr>
          <p:spPr>
            <a:xfrm>
              <a:off x="5625376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19E4108-C8AE-46B2-7200-C27948380458}"/>
                </a:ext>
              </a:extLst>
            </p:cNvPr>
            <p:cNvSpPr txBox="1"/>
            <p:nvPr/>
          </p:nvSpPr>
          <p:spPr>
            <a:xfrm>
              <a:off x="5625375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CE88717-7A04-6596-6DBA-0C3404C2B8D1}"/>
              </a:ext>
            </a:extLst>
          </p:cNvPr>
          <p:cNvGrpSpPr/>
          <p:nvPr/>
        </p:nvGrpSpPr>
        <p:grpSpPr>
          <a:xfrm>
            <a:off x="4836244" y="2410614"/>
            <a:ext cx="2229312" cy="266071"/>
            <a:chOff x="4863953" y="2410614"/>
            <a:chExt cx="2229312" cy="266071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44BDACE-0AB6-5ED9-5957-C3291238C3E9}"/>
                </a:ext>
              </a:extLst>
            </p:cNvPr>
            <p:cNvSpPr txBox="1"/>
            <p:nvPr/>
          </p:nvSpPr>
          <p:spPr>
            <a:xfrm>
              <a:off x="4863953" y="2410614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B472C4A-E3BB-B292-71F1-B48544AE2796}"/>
                </a:ext>
              </a:extLst>
            </p:cNvPr>
            <p:cNvSpPr txBox="1"/>
            <p:nvPr/>
          </p:nvSpPr>
          <p:spPr>
            <a:xfrm>
              <a:off x="5513583" y="2410614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5FC9A7A-91FD-4144-0E61-5358F16C3BB4}"/>
                </a:ext>
              </a:extLst>
            </p:cNvPr>
            <p:cNvSpPr txBox="1"/>
            <p:nvPr/>
          </p:nvSpPr>
          <p:spPr>
            <a:xfrm>
              <a:off x="6123708" y="2415075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AD437B5-6980-5E66-217A-14777B2FB75B}"/>
                </a:ext>
              </a:extLst>
            </p:cNvPr>
            <p:cNvSpPr txBox="1"/>
            <p:nvPr/>
          </p:nvSpPr>
          <p:spPr>
            <a:xfrm>
              <a:off x="6791810" y="2410614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CA1E111-CF8E-0161-99E7-226D572A1DF7}"/>
              </a:ext>
            </a:extLst>
          </p:cNvPr>
          <p:cNvGrpSpPr/>
          <p:nvPr/>
        </p:nvGrpSpPr>
        <p:grpSpPr>
          <a:xfrm>
            <a:off x="4836244" y="3205975"/>
            <a:ext cx="2229312" cy="266071"/>
            <a:chOff x="4863953" y="2410614"/>
            <a:chExt cx="2229312" cy="266071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A403B89-E836-13C5-0971-6AA4E20F776B}"/>
                </a:ext>
              </a:extLst>
            </p:cNvPr>
            <p:cNvSpPr txBox="1"/>
            <p:nvPr/>
          </p:nvSpPr>
          <p:spPr>
            <a:xfrm>
              <a:off x="4863953" y="2410614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C224707-4F03-8188-E3DF-2FBF127F5CC9}"/>
                </a:ext>
              </a:extLst>
            </p:cNvPr>
            <p:cNvSpPr txBox="1"/>
            <p:nvPr/>
          </p:nvSpPr>
          <p:spPr>
            <a:xfrm>
              <a:off x="5513583" y="2410614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5FC6574-6454-C726-AE47-8431B373C699}"/>
                </a:ext>
              </a:extLst>
            </p:cNvPr>
            <p:cNvSpPr txBox="1"/>
            <p:nvPr/>
          </p:nvSpPr>
          <p:spPr>
            <a:xfrm>
              <a:off x="6123708" y="2415075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EA7B9051-AD3A-E04E-B687-424C34CBA95B}"/>
                </a:ext>
              </a:extLst>
            </p:cNvPr>
            <p:cNvSpPr txBox="1"/>
            <p:nvPr/>
          </p:nvSpPr>
          <p:spPr>
            <a:xfrm>
              <a:off x="6791810" y="2410614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A92E542-B331-ABAA-1D2D-22B448E3F74D}"/>
              </a:ext>
            </a:extLst>
          </p:cNvPr>
          <p:cNvGrpSpPr/>
          <p:nvPr/>
        </p:nvGrpSpPr>
        <p:grpSpPr>
          <a:xfrm>
            <a:off x="4836244" y="4001337"/>
            <a:ext cx="2229312" cy="266071"/>
            <a:chOff x="4863953" y="2410614"/>
            <a:chExt cx="2229312" cy="266071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5F9F6E18-9B39-624F-F727-872938897251}"/>
                </a:ext>
              </a:extLst>
            </p:cNvPr>
            <p:cNvSpPr txBox="1"/>
            <p:nvPr/>
          </p:nvSpPr>
          <p:spPr>
            <a:xfrm>
              <a:off x="4863953" y="2410614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590E51F-2A51-312E-E175-AD3F3B00CDA7}"/>
                </a:ext>
              </a:extLst>
            </p:cNvPr>
            <p:cNvSpPr txBox="1"/>
            <p:nvPr/>
          </p:nvSpPr>
          <p:spPr>
            <a:xfrm>
              <a:off x="5513583" y="2410614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C4F1533-3539-9F07-5951-042C8FBD51D3}"/>
                </a:ext>
              </a:extLst>
            </p:cNvPr>
            <p:cNvSpPr txBox="1"/>
            <p:nvPr/>
          </p:nvSpPr>
          <p:spPr>
            <a:xfrm>
              <a:off x="6123708" y="2415075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5E32065-D646-8303-99BF-0A3D3E41D6EA}"/>
                </a:ext>
              </a:extLst>
            </p:cNvPr>
            <p:cNvSpPr txBox="1"/>
            <p:nvPr/>
          </p:nvSpPr>
          <p:spPr>
            <a:xfrm>
              <a:off x="6791810" y="2410614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CAF0488-E22C-1C9A-556A-00FBD0E742FA}"/>
              </a:ext>
            </a:extLst>
          </p:cNvPr>
          <p:cNvGrpSpPr/>
          <p:nvPr/>
        </p:nvGrpSpPr>
        <p:grpSpPr>
          <a:xfrm>
            <a:off x="4836244" y="4796698"/>
            <a:ext cx="2229312" cy="266071"/>
            <a:chOff x="4863953" y="2410614"/>
            <a:chExt cx="2229312" cy="266071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C883120-0F8A-6088-D460-53FAF1F6BFB8}"/>
                </a:ext>
              </a:extLst>
            </p:cNvPr>
            <p:cNvSpPr txBox="1"/>
            <p:nvPr/>
          </p:nvSpPr>
          <p:spPr>
            <a:xfrm>
              <a:off x="4863953" y="2410614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3D38E28D-7671-7341-17D8-1AACABB73C56}"/>
                </a:ext>
              </a:extLst>
            </p:cNvPr>
            <p:cNvSpPr txBox="1"/>
            <p:nvPr/>
          </p:nvSpPr>
          <p:spPr>
            <a:xfrm>
              <a:off x="5513583" y="2410614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22726EB-13E8-64F6-3A21-62D27C6D0D32}"/>
                </a:ext>
              </a:extLst>
            </p:cNvPr>
            <p:cNvSpPr txBox="1"/>
            <p:nvPr/>
          </p:nvSpPr>
          <p:spPr>
            <a:xfrm>
              <a:off x="6123708" y="2415075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B6A09A8-65E2-0727-331E-B3D109619C19}"/>
                </a:ext>
              </a:extLst>
            </p:cNvPr>
            <p:cNvSpPr txBox="1"/>
            <p:nvPr/>
          </p:nvSpPr>
          <p:spPr>
            <a:xfrm>
              <a:off x="6791810" y="2410614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C4BD2D63-4C7B-1E44-D196-1B1393341B49}"/>
              </a:ext>
            </a:extLst>
          </p:cNvPr>
          <p:cNvGrpSpPr/>
          <p:nvPr/>
        </p:nvGrpSpPr>
        <p:grpSpPr>
          <a:xfrm>
            <a:off x="4836244" y="5592060"/>
            <a:ext cx="2229312" cy="266071"/>
            <a:chOff x="4863953" y="2410614"/>
            <a:chExt cx="2229312" cy="266071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C25C5B8-3B48-D2E1-0AC2-64415D276DC6}"/>
                </a:ext>
              </a:extLst>
            </p:cNvPr>
            <p:cNvSpPr txBox="1"/>
            <p:nvPr/>
          </p:nvSpPr>
          <p:spPr>
            <a:xfrm>
              <a:off x="4863953" y="2410614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89463DC-812F-1F29-48EE-EFC99A0F87E3}"/>
                </a:ext>
              </a:extLst>
            </p:cNvPr>
            <p:cNvSpPr txBox="1"/>
            <p:nvPr/>
          </p:nvSpPr>
          <p:spPr>
            <a:xfrm>
              <a:off x="5513583" y="2410614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B03B5063-8EB0-DD61-FE20-183FB3276AAE}"/>
                </a:ext>
              </a:extLst>
            </p:cNvPr>
            <p:cNvSpPr txBox="1"/>
            <p:nvPr/>
          </p:nvSpPr>
          <p:spPr>
            <a:xfrm>
              <a:off x="6123708" y="2415075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F7A1BA5-2A05-EE31-A6E0-464F4B2D3D19}"/>
                </a:ext>
              </a:extLst>
            </p:cNvPr>
            <p:cNvSpPr txBox="1"/>
            <p:nvPr/>
          </p:nvSpPr>
          <p:spPr>
            <a:xfrm>
              <a:off x="6791810" y="2410614"/>
              <a:ext cx="3014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100" dirty="0">
                  <a:solidFill>
                    <a:schemeClr val="bg1"/>
                  </a:solidFill>
                </a:rPr>
                <a:t>X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05F96C9-A178-0257-B003-B5B2AD2C31FB}"/>
              </a:ext>
            </a:extLst>
          </p:cNvPr>
          <p:cNvGrpSpPr/>
          <p:nvPr/>
        </p:nvGrpSpPr>
        <p:grpSpPr>
          <a:xfrm>
            <a:off x="8441184" y="2345228"/>
            <a:ext cx="1183100" cy="3547570"/>
            <a:chOff x="5625375" y="2359083"/>
            <a:chExt cx="332075" cy="3547570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3AF932F-207A-5319-099C-F1925440E255}"/>
                </a:ext>
              </a:extLst>
            </p:cNvPr>
            <p:cNvSpPr txBox="1"/>
            <p:nvPr/>
          </p:nvSpPr>
          <p:spPr>
            <a:xfrm>
              <a:off x="5625379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0B58765-36DD-90E5-7F3F-85281EE69995}"/>
                </a:ext>
              </a:extLst>
            </p:cNvPr>
            <p:cNvSpPr txBox="1"/>
            <p:nvPr/>
          </p:nvSpPr>
          <p:spPr>
            <a:xfrm>
              <a:off x="5625377" y="3153753"/>
              <a:ext cx="33207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43046721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13AB3487-E429-3306-D7CF-6F9FF80FCCED}"/>
                </a:ext>
              </a:extLst>
            </p:cNvPr>
            <p:cNvSpPr txBox="1"/>
            <p:nvPr/>
          </p:nvSpPr>
          <p:spPr>
            <a:xfrm>
              <a:off x="5625375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1048576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1D98669-327A-857D-819D-0A71E316BE2B}"/>
                </a:ext>
              </a:extLst>
            </p:cNvPr>
            <p:cNvSpPr txBox="1"/>
            <p:nvPr/>
          </p:nvSpPr>
          <p:spPr>
            <a:xfrm>
              <a:off x="5625376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81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A3C5D92-2863-79F3-53B0-190B0AEC71B4}"/>
                </a:ext>
              </a:extLst>
            </p:cNvPr>
            <p:cNvSpPr txBox="1"/>
            <p:nvPr/>
          </p:nvSpPr>
          <p:spPr>
            <a:xfrm>
              <a:off x="5625375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731B75F4-4487-47B9-63AA-E41D3C1C074B}"/>
              </a:ext>
            </a:extLst>
          </p:cNvPr>
          <p:cNvGrpSpPr/>
          <p:nvPr/>
        </p:nvGrpSpPr>
        <p:grpSpPr>
          <a:xfrm>
            <a:off x="7803885" y="2354465"/>
            <a:ext cx="332074" cy="3547570"/>
            <a:chOff x="5625375" y="2359083"/>
            <a:chExt cx="332074" cy="3547570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3BB40F8-65F9-A6A4-65E3-7D2359AF766F}"/>
                </a:ext>
              </a:extLst>
            </p:cNvPr>
            <p:cNvSpPr txBox="1"/>
            <p:nvPr/>
          </p:nvSpPr>
          <p:spPr>
            <a:xfrm>
              <a:off x="5625378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=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883A9C26-FAD4-9FCA-604B-130A951B48F7}"/>
                </a:ext>
              </a:extLst>
            </p:cNvPr>
            <p:cNvSpPr txBox="1"/>
            <p:nvPr/>
          </p:nvSpPr>
          <p:spPr>
            <a:xfrm>
              <a:off x="5625377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=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9402694A-DE4C-8505-2456-C548C0A5CAD8}"/>
                </a:ext>
              </a:extLst>
            </p:cNvPr>
            <p:cNvSpPr txBox="1"/>
            <p:nvPr/>
          </p:nvSpPr>
          <p:spPr>
            <a:xfrm>
              <a:off x="5625375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=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244727B-1549-A0D2-4F8F-8BBBBC670F1D}"/>
                </a:ext>
              </a:extLst>
            </p:cNvPr>
            <p:cNvSpPr txBox="1"/>
            <p:nvPr/>
          </p:nvSpPr>
          <p:spPr>
            <a:xfrm>
              <a:off x="5625376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=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BF27934-9286-A337-838E-3DE4CC8D8E61}"/>
                </a:ext>
              </a:extLst>
            </p:cNvPr>
            <p:cNvSpPr txBox="1"/>
            <p:nvPr/>
          </p:nvSpPr>
          <p:spPr>
            <a:xfrm>
              <a:off x="5625375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=</a:t>
              </a: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D270AB4C-D955-5A52-85FC-A6A955A8F90A}"/>
              </a:ext>
            </a:extLst>
          </p:cNvPr>
          <p:cNvSpPr txBox="1"/>
          <p:nvPr/>
        </p:nvSpPr>
        <p:spPr>
          <a:xfrm>
            <a:off x="4507344" y="1879140"/>
            <a:ext cx="295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# Ways to produce sample</a:t>
            </a:r>
          </a:p>
        </p:txBody>
      </p:sp>
    </p:spTree>
    <p:extLst>
      <p:ext uri="{BB962C8B-B14F-4D97-AF65-F5344CB8AC3E}">
        <p14:creationId xmlns:p14="http://schemas.microsoft.com/office/powerpoint/2010/main" val="2095370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8666-2FFE-A03B-12F6-BAEF6E541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78967A-8FEC-1E05-915F-04EBB1881652}"/>
              </a:ext>
            </a:extLst>
          </p:cNvPr>
          <p:cNvGrpSpPr/>
          <p:nvPr/>
        </p:nvGrpSpPr>
        <p:grpSpPr>
          <a:xfrm rot="5400000" flipH="1">
            <a:off x="1040508" y="3031997"/>
            <a:ext cx="595884" cy="618174"/>
            <a:chOff x="475488" y="1595628"/>
            <a:chExt cx="3666744" cy="380390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6571568-81EF-C956-4BAD-3B87561E6EEC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6" name="Partial Circle 5">
              <a:extLst>
                <a:ext uri="{FF2B5EF4-FFF2-40B4-BE49-F238E27FC236}">
                  <a16:creationId xmlns:a16="http://schemas.microsoft.com/office/drawing/2014/main" id="{62D03F8C-229E-3438-7B30-ABD093FEC4FB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8755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0C703A1-3F40-4E8B-47E1-511F1D556BB9}"/>
              </a:ext>
            </a:extLst>
          </p:cNvPr>
          <p:cNvGrpSpPr/>
          <p:nvPr/>
        </p:nvGrpSpPr>
        <p:grpSpPr>
          <a:xfrm rot="10800000" flipH="1">
            <a:off x="1062797" y="3837813"/>
            <a:ext cx="595884" cy="595884"/>
            <a:chOff x="4916424" y="1690688"/>
            <a:chExt cx="3666744" cy="366674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A6392A0-F05A-EF32-C087-0F3D2F602E2F}"/>
                </a:ext>
              </a:extLst>
            </p:cNvPr>
            <p:cNvSpPr/>
            <p:nvPr/>
          </p:nvSpPr>
          <p:spPr>
            <a:xfrm>
              <a:off x="4916424" y="169068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9" name="Partial Circle 8">
              <a:extLst>
                <a:ext uri="{FF2B5EF4-FFF2-40B4-BE49-F238E27FC236}">
                  <a16:creationId xmlns:a16="http://schemas.microsoft.com/office/drawing/2014/main" id="{9AB48F57-32C8-4722-F240-01FDF1A8464B}"/>
                </a:ext>
              </a:extLst>
            </p:cNvPr>
            <p:cNvSpPr/>
            <p:nvPr/>
          </p:nvSpPr>
          <p:spPr>
            <a:xfrm rot="16200000">
              <a:off x="4916424" y="1690688"/>
              <a:ext cx="3666744" cy="3666744"/>
            </a:xfrm>
            <a:prstGeom prst="pie">
              <a:avLst>
                <a:gd name="adj1" fmla="val 28755"/>
                <a:gd name="adj2" fmla="val 10825612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16CB0E8-96EA-E8FD-5ED2-1BB093831B63}"/>
              </a:ext>
            </a:extLst>
          </p:cNvPr>
          <p:cNvGrpSpPr/>
          <p:nvPr/>
        </p:nvGrpSpPr>
        <p:grpSpPr>
          <a:xfrm rot="16200000" flipH="1">
            <a:off x="1029362" y="4632484"/>
            <a:ext cx="595884" cy="595884"/>
            <a:chOff x="8145780" y="1528572"/>
            <a:chExt cx="3666744" cy="36667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F81B57A-8EE4-15B3-3ABC-2C451B506F86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2" name="Partial Circle 11">
              <a:extLst>
                <a:ext uri="{FF2B5EF4-FFF2-40B4-BE49-F238E27FC236}">
                  <a16:creationId xmlns:a16="http://schemas.microsoft.com/office/drawing/2014/main" id="{4C109258-98E8-7044-3B90-800C4391E60D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8755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E88F814E-F0D2-59F0-5593-0C24DB7F3309}"/>
              </a:ext>
            </a:extLst>
          </p:cNvPr>
          <p:cNvSpPr/>
          <p:nvPr/>
        </p:nvSpPr>
        <p:spPr>
          <a:xfrm flipH="1">
            <a:off x="1040507" y="5427154"/>
            <a:ext cx="595884" cy="59588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FFFEC0-6990-9296-D14A-53C61D358FB8}"/>
              </a:ext>
            </a:extLst>
          </p:cNvPr>
          <p:cNvSpPr/>
          <p:nvPr/>
        </p:nvSpPr>
        <p:spPr>
          <a:xfrm flipH="1">
            <a:off x="1051653" y="2248472"/>
            <a:ext cx="595884" cy="59588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8E94C44-FBEE-4B13-266D-0B527BA28B5F}"/>
              </a:ext>
            </a:extLst>
          </p:cNvPr>
          <p:cNvGrpSpPr/>
          <p:nvPr/>
        </p:nvGrpSpPr>
        <p:grpSpPr>
          <a:xfrm>
            <a:off x="1859443" y="2245807"/>
            <a:ext cx="1941140" cy="598549"/>
            <a:chOff x="1960027" y="2245807"/>
            <a:chExt cx="1941140" cy="598549"/>
          </a:xfrm>
        </p:grpSpPr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06D27CC4-EDF3-D449-BFFE-443F79EF28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16" name="Graphic 15" descr="User with solid fill">
              <a:extLst>
                <a:ext uri="{FF2B5EF4-FFF2-40B4-BE49-F238E27FC236}">
                  <a16:creationId xmlns:a16="http://schemas.microsoft.com/office/drawing/2014/main" id="{44A01257-A6CA-28F4-5D06-B9D50D3507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17" name="Graphic 16" descr="User with solid fill">
              <a:extLst>
                <a:ext uri="{FF2B5EF4-FFF2-40B4-BE49-F238E27FC236}">
                  <a16:creationId xmlns:a16="http://schemas.microsoft.com/office/drawing/2014/main" id="{6323D30C-F364-EBB4-3DF9-05A208AB7F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18" name="Graphic 17" descr="User with solid fill">
              <a:extLst>
                <a:ext uri="{FF2B5EF4-FFF2-40B4-BE49-F238E27FC236}">
                  <a16:creationId xmlns:a16="http://schemas.microsoft.com/office/drawing/2014/main" id="{F54B77DD-A7DB-DE66-7FC2-D718B11225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DBF14D2-9001-93E2-5217-5BE5AB26F530}"/>
              </a:ext>
            </a:extLst>
          </p:cNvPr>
          <p:cNvGrpSpPr/>
          <p:nvPr/>
        </p:nvGrpSpPr>
        <p:grpSpPr>
          <a:xfrm>
            <a:off x="1859443" y="3040477"/>
            <a:ext cx="1941140" cy="598549"/>
            <a:chOff x="1960027" y="2245807"/>
            <a:chExt cx="1941140" cy="598549"/>
          </a:xfrm>
        </p:grpSpPr>
        <p:pic>
          <p:nvPicPr>
            <p:cNvPr id="21" name="Graphic 20" descr="User with solid fill">
              <a:extLst>
                <a:ext uri="{FF2B5EF4-FFF2-40B4-BE49-F238E27FC236}">
                  <a16:creationId xmlns:a16="http://schemas.microsoft.com/office/drawing/2014/main" id="{87338A6A-492F-2174-8E1C-06E0FF629B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22" name="Graphic 21" descr="User with solid fill">
              <a:extLst>
                <a:ext uri="{FF2B5EF4-FFF2-40B4-BE49-F238E27FC236}">
                  <a16:creationId xmlns:a16="http://schemas.microsoft.com/office/drawing/2014/main" id="{4821D539-35F2-76D5-9C96-81CAD25B12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23" name="Graphic 22" descr="User with solid fill">
              <a:extLst>
                <a:ext uri="{FF2B5EF4-FFF2-40B4-BE49-F238E27FC236}">
                  <a16:creationId xmlns:a16="http://schemas.microsoft.com/office/drawing/2014/main" id="{AE32C8A5-D60B-1A73-EAE3-295912F96D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24" name="Graphic 23" descr="User with solid fill">
              <a:extLst>
                <a:ext uri="{FF2B5EF4-FFF2-40B4-BE49-F238E27FC236}">
                  <a16:creationId xmlns:a16="http://schemas.microsoft.com/office/drawing/2014/main" id="{66B26D39-77C8-3A5B-8F24-58512AA20F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94F4A11-FD2A-0E85-8050-C154DE8EF789}"/>
              </a:ext>
            </a:extLst>
          </p:cNvPr>
          <p:cNvGrpSpPr/>
          <p:nvPr/>
        </p:nvGrpSpPr>
        <p:grpSpPr>
          <a:xfrm>
            <a:off x="1859443" y="3832482"/>
            <a:ext cx="1941140" cy="598549"/>
            <a:chOff x="1960027" y="2245807"/>
            <a:chExt cx="1941140" cy="598549"/>
          </a:xfrm>
        </p:grpSpPr>
        <p:pic>
          <p:nvPicPr>
            <p:cNvPr id="26" name="Graphic 25" descr="User with solid fill">
              <a:extLst>
                <a:ext uri="{FF2B5EF4-FFF2-40B4-BE49-F238E27FC236}">
                  <a16:creationId xmlns:a16="http://schemas.microsoft.com/office/drawing/2014/main" id="{5096C71A-9073-94C8-6E44-41BB522711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27" name="Graphic 26" descr="User with solid fill">
              <a:extLst>
                <a:ext uri="{FF2B5EF4-FFF2-40B4-BE49-F238E27FC236}">
                  <a16:creationId xmlns:a16="http://schemas.microsoft.com/office/drawing/2014/main" id="{631320FE-0F93-08C2-12B4-1A0399F622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28" name="Graphic 27" descr="User with solid fill">
              <a:extLst>
                <a:ext uri="{FF2B5EF4-FFF2-40B4-BE49-F238E27FC236}">
                  <a16:creationId xmlns:a16="http://schemas.microsoft.com/office/drawing/2014/main" id="{57FBE8AB-8B7B-68B1-D1E4-A377B87C98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29" name="Graphic 28" descr="User with solid fill">
              <a:extLst>
                <a:ext uri="{FF2B5EF4-FFF2-40B4-BE49-F238E27FC236}">
                  <a16:creationId xmlns:a16="http://schemas.microsoft.com/office/drawing/2014/main" id="{A713CC23-A882-3476-806E-1A48A95F34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819DD2D-CF41-88F5-0DB4-91BD4188C98B}"/>
              </a:ext>
            </a:extLst>
          </p:cNvPr>
          <p:cNvGrpSpPr/>
          <p:nvPr/>
        </p:nvGrpSpPr>
        <p:grpSpPr>
          <a:xfrm>
            <a:off x="1859443" y="4632484"/>
            <a:ext cx="1941140" cy="598549"/>
            <a:chOff x="1960027" y="2245807"/>
            <a:chExt cx="1941140" cy="598549"/>
          </a:xfrm>
        </p:grpSpPr>
        <p:pic>
          <p:nvPicPr>
            <p:cNvPr id="31" name="Graphic 30" descr="User with solid fill">
              <a:extLst>
                <a:ext uri="{FF2B5EF4-FFF2-40B4-BE49-F238E27FC236}">
                  <a16:creationId xmlns:a16="http://schemas.microsoft.com/office/drawing/2014/main" id="{79E0D839-DF71-740B-746D-8FD7A8762B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32" name="Graphic 31" descr="User with solid fill">
              <a:extLst>
                <a:ext uri="{FF2B5EF4-FFF2-40B4-BE49-F238E27FC236}">
                  <a16:creationId xmlns:a16="http://schemas.microsoft.com/office/drawing/2014/main" id="{3C1A0DFD-B8AD-C11C-7518-A6AC5250D6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33" name="Graphic 32" descr="User with solid fill">
              <a:extLst>
                <a:ext uri="{FF2B5EF4-FFF2-40B4-BE49-F238E27FC236}">
                  <a16:creationId xmlns:a16="http://schemas.microsoft.com/office/drawing/2014/main" id="{64A503A7-B5BB-CAB6-368B-28BC2516CD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34" name="Graphic 33" descr="User with solid fill">
              <a:extLst>
                <a:ext uri="{FF2B5EF4-FFF2-40B4-BE49-F238E27FC236}">
                  <a16:creationId xmlns:a16="http://schemas.microsoft.com/office/drawing/2014/main" id="{509405EE-771F-6EB5-DD45-0B7AD5D975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0432583-A4A7-8744-AA57-0A13E4AE5E23}"/>
              </a:ext>
            </a:extLst>
          </p:cNvPr>
          <p:cNvGrpSpPr/>
          <p:nvPr/>
        </p:nvGrpSpPr>
        <p:grpSpPr>
          <a:xfrm>
            <a:off x="1859443" y="5427154"/>
            <a:ext cx="1941140" cy="598549"/>
            <a:chOff x="1960027" y="2245807"/>
            <a:chExt cx="1941140" cy="598549"/>
          </a:xfrm>
        </p:grpSpPr>
        <p:pic>
          <p:nvPicPr>
            <p:cNvPr id="36" name="Graphic 35" descr="User with solid fill">
              <a:extLst>
                <a:ext uri="{FF2B5EF4-FFF2-40B4-BE49-F238E27FC236}">
                  <a16:creationId xmlns:a16="http://schemas.microsoft.com/office/drawing/2014/main" id="{C122D1D3-ED30-A4E6-352B-89BA40F0DA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60027" y="2248472"/>
              <a:ext cx="595884" cy="595884"/>
            </a:xfrm>
            <a:prstGeom prst="rect">
              <a:avLst/>
            </a:prstGeom>
          </p:spPr>
        </p:pic>
        <p:pic>
          <p:nvPicPr>
            <p:cNvPr id="37" name="Graphic 36" descr="User with solid fill">
              <a:extLst>
                <a:ext uri="{FF2B5EF4-FFF2-40B4-BE49-F238E27FC236}">
                  <a16:creationId xmlns:a16="http://schemas.microsoft.com/office/drawing/2014/main" id="{0C293296-0973-1CA7-5584-D7DEF3FEFD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05283" y="2245807"/>
              <a:ext cx="595884" cy="595884"/>
            </a:xfrm>
            <a:prstGeom prst="rect">
              <a:avLst/>
            </a:prstGeom>
          </p:spPr>
        </p:pic>
        <p:pic>
          <p:nvPicPr>
            <p:cNvPr id="38" name="Graphic 37" descr="User with solid fill">
              <a:extLst>
                <a:ext uri="{FF2B5EF4-FFF2-40B4-BE49-F238E27FC236}">
                  <a16:creationId xmlns:a16="http://schemas.microsoft.com/office/drawing/2014/main" id="{94E70BB9-3616-F583-EE69-EC7EC27F67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8845" y="2245807"/>
              <a:ext cx="595884" cy="595884"/>
            </a:xfrm>
            <a:prstGeom prst="rect">
              <a:avLst/>
            </a:prstGeom>
          </p:spPr>
        </p:pic>
        <p:pic>
          <p:nvPicPr>
            <p:cNvPr id="39" name="Graphic 38" descr="User with solid fill">
              <a:extLst>
                <a:ext uri="{FF2B5EF4-FFF2-40B4-BE49-F238E27FC236}">
                  <a16:creationId xmlns:a16="http://schemas.microsoft.com/office/drawing/2014/main" id="{7E14B3A1-31D7-2762-CC23-3E963E1004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064" y="2245807"/>
              <a:ext cx="595884" cy="595884"/>
            </a:xfrm>
            <a:prstGeom prst="rect">
              <a:avLst/>
            </a:prstGeom>
          </p:spPr>
        </p:pic>
      </p:grpSp>
      <p:sp>
        <p:nvSpPr>
          <p:cNvPr id="42" name="Title 1">
            <a:extLst>
              <a:ext uri="{FF2B5EF4-FFF2-40B4-BE49-F238E27FC236}">
                <a16:creationId xmlns:a16="http://schemas.microsoft.com/office/drawing/2014/main" id="{E80C93A8-7866-CA19-2485-C77BEC334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4804"/>
            <a:ext cx="10515600" cy="595884"/>
          </a:xfrm>
        </p:spPr>
        <p:txBody>
          <a:bodyPr>
            <a:normAutofit fontScale="90000"/>
          </a:bodyPr>
          <a:lstStyle/>
          <a:p>
            <a:r>
              <a:rPr lang="en-NZ" dirty="0">
                <a:solidFill>
                  <a:schemeClr val="bg1"/>
                </a:solidFill>
              </a:rPr>
              <a:t>The long inefficient way: counting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75E85C9-841C-962B-D65D-E7AB57EAAA69}"/>
              </a:ext>
            </a:extLst>
          </p:cNvPr>
          <p:cNvGrpSpPr/>
          <p:nvPr/>
        </p:nvGrpSpPr>
        <p:grpSpPr>
          <a:xfrm>
            <a:off x="1062797" y="399527"/>
            <a:ext cx="10077388" cy="595884"/>
            <a:chOff x="995996" y="1830140"/>
            <a:chExt cx="10077388" cy="595884"/>
          </a:xfrm>
        </p:grpSpPr>
        <p:pic>
          <p:nvPicPr>
            <p:cNvPr id="44" name="Graphic 43" descr="User with solid fill">
              <a:extLst>
                <a:ext uri="{FF2B5EF4-FFF2-40B4-BE49-F238E27FC236}">
                  <a16:creationId xmlns:a16="http://schemas.microsoft.com/office/drawing/2014/main" id="{ADAB2573-8252-8311-456D-90231C8E84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89185" y="1830140"/>
              <a:ext cx="595884" cy="595884"/>
            </a:xfrm>
            <a:prstGeom prst="rect">
              <a:avLst/>
            </a:prstGeom>
          </p:spPr>
        </p:pic>
        <p:pic>
          <p:nvPicPr>
            <p:cNvPr id="45" name="Graphic 44" descr="User with solid fill">
              <a:extLst>
                <a:ext uri="{FF2B5EF4-FFF2-40B4-BE49-F238E27FC236}">
                  <a16:creationId xmlns:a16="http://schemas.microsoft.com/office/drawing/2014/main" id="{FB9F6175-5745-1A3D-0FF2-44EECBBF3A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88212" y="1830140"/>
              <a:ext cx="595884" cy="595884"/>
            </a:xfrm>
            <a:prstGeom prst="rect">
              <a:avLst/>
            </a:prstGeom>
          </p:spPr>
        </p:pic>
        <p:pic>
          <p:nvPicPr>
            <p:cNvPr id="46" name="Graphic 45" descr="User with solid fill">
              <a:extLst>
                <a:ext uri="{FF2B5EF4-FFF2-40B4-BE49-F238E27FC236}">
                  <a16:creationId xmlns:a16="http://schemas.microsoft.com/office/drawing/2014/main" id="{E74A4D91-21DF-F849-E276-9F90B20A92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87239" y="1830140"/>
              <a:ext cx="595884" cy="595884"/>
            </a:xfrm>
            <a:prstGeom prst="rect">
              <a:avLst/>
            </a:prstGeom>
          </p:spPr>
        </p:pic>
        <p:pic>
          <p:nvPicPr>
            <p:cNvPr id="47" name="Graphic 46" descr="User with solid fill">
              <a:extLst>
                <a:ext uri="{FF2B5EF4-FFF2-40B4-BE49-F238E27FC236}">
                  <a16:creationId xmlns:a16="http://schemas.microsoft.com/office/drawing/2014/main" id="{6F8B3BC4-7663-2C07-EF38-BCC93F2170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986266" y="1830140"/>
              <a:ext cx="595884" cy="595884"/>
            </a:xfrm>
            <a:prstGeom prst="rect">
              <a:avLst/>
            </a:prstGeom>
          </p:spPr>
        </p:pic>
        <p:pic>
          <p:nvPicPr>
            <p:cNvPr id="48" name="Graphic 47" descr="User with solid fill">
              <a:extLst>
                <a:ext uri="{FF2B5EF4-FFF2-40B4-BE49-F238E27FC236}">
                  <a16:creationId xmlns:a16="http://schemas.microsoft.com/office/drawing/2014/main" id="{07A13B17-3087-3D55-1D48-D6E4E2A97D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485293" y="1830140"/>
              <a:ext cx="595884" cy="595884"/>
            </a:xfrm>
            <a:prstGeom prst="rect">
              <a:avLst/>
            </a:prstGeom>
          </p:spPr>
        </p:pic>
        <p:pic>
          <p:nvPicPr>
            <p:cNvPr id="49" name="Graphic 48" descr="User with solid fill">
              <a:extLst>
                <a:ext uri="{FF2B5EF4-FFF2-40B4-BE49-F238E27FC236}">
                  <a16:creationId xmlns:a16="http://schemas.microsoft.com/office/drawing/2014/main" id="{6E05E7C9-86C4-E7AD-84E3-153EDB9954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84320" y="1830140"/>
              <a:ext cx="595884" cy="595884"/>
            </a:xfrm>
            <a:prstGeom prst="rect">
              <a:avLst/>
            </a:prstGeom>
          </p:spPr>
        </p:pic>
        <p:pic>
          <p:nvPicPr>
            <p:cNvPr id="50" name="Graphic 49" descr="User with solid fill">
              <a:extLst>
                <a:ext uri="{FF2B5EF4-FFF2-40B4-BE49-F238E27FC236}">
                  <a16:creationId xmlns:a16="http://schemas.microsoft.com/office/drawing/2014/main" id="{9934F0C3-FE76-841C-4E1A-97A1CDFFFB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83347" y="1830140"/>
              <a:ext cx="595884" cy="595884"/>
            </a:xfrm>
            <a:prstGeom prst="rect">
              <a:avLst/>
            </a:prstGeom>
          </p:spPr>
        </p:pic>
        <p:pic>
          <p:nvPicPr>
            <p:cNvPr id="51" name="Graphic 50" descr="User with solid fill">
              <a:extLst>
                <a:ext uri="{FF2B5EF4-FFF2-40B4-BE49-F238E27FC236}">
                  <a16:creationId xmlns:a16="http://schemas.microsoft.com/office/drawing/2014/main" id="{76638FB0-10DE-922D-32DA-457C953C95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82374" y="1830140"/>
              <a:ext cx="595884" cy="595884"/>
            </a:xfrm>
            <a:prstGeom prst="rect">
              <a:avLst/>
            </a:prstGeom>
          </p:spPr>
        </p:pic>
        <p:pic>
          <p:nvPicPr>
            <p:cNvPr id="52" name="Graphic 51" descr="User with solid fill">
              <a:extLst>
                <a:ext uri="{FF2B5EF4-FFF2-40B4-BE49-F238E27FC236}">
                  <a16:creationId xmlns:a16="http://schemas.microsoft.com/office/drawing/2014/main" id="{60E261B8-ABE6-9E3A-F190-A310B61D6B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481401" y="1830140"/>
              <a:ext cx="595884" cy="595884"/>
            </a:xfrm>
            <a:prstGeom prst="rect">
              <a:avLst/>
            </a:prstGeom>
          </p:spPr>
        </p:pic>
        <p:pic>
          <p:nvPicPr>
            <p:cNvPr id="53" name="Graphic 52" descr="User with solid fill">
              <a:extLst>
                <a:ext uri="{FF2B5EF4-FFF2-40B4-BE49-F238E27FC236}">
                  <a16:creationId xmlns:a16="http://schemas.microsoft.com/office/drawing/2014/main" id="{7B751449-A520-0273-2A4F-FEE269D8E6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80428" y="1830140"/>
              <a:ext cx="595884" cy="595884"/>
            </a:xfrm>
            <a:prstGeom prst="rect">
              <a:avLst/>
            </a:prstGeom>
          </p:spPr>
        </p:pic>
        <p:pic>
          <p:nvPicPr>
            <p:cNvPr id="54" name="Graphic 53" descr="User with solid fill">
              <a:extLst>
                <a:ext uri="{FF2B5EF4-FFF2-40B4-BE49-F238E27FC236}">
                  <a16:creationId xmlns:a16="http://schemas.microsoft.com/office/drawing/2014/main" id="{9F026287-F3A2-A7E2-DFB6-27F32D461B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79455" y="1830140"/>
              <a:ext cx="595884" cy="595884"/>
            </a:xfrm>
            <a:prstGeom prst="rect">
              <a:avLst/>
            </a:prstGeom>
          </p:spPr>
        </p:pic>
        <p:pic>
          <p:nvPicPr>
            <p:cNvPr id="55" name="Graphic 54" descr="User with solid fill">
              <a:extLst>
                <a:ext uri="{FF2B5EF4-FFF2-40B4-BE49-F238E27FC236}">
                  <a16:creationId xmlns:a16="http://schemas.microsoft.com/office/drawing/2014/main" id="{02F712A4-4EE8-D2B1-C8F1-FE96E01C35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978482" y="1830140"/>
              <a:ext cx="595884" cy="595884"/>
            </a:xfrm>
            <a:prstGeom prst="rect">
              <a:avLst/>
            </a:prstGeom>
          </p:spPr>
        </p:pic>
        <p:pic>
          <p:nvPicPr>
            <p:cNvPr id="56" name="Graphic 55" descr="User with solid fill">
              <a:extLst>
                <a:ext uri="{FF2B5EF4-FFF2-40B4-BE49-F238E27FC236}">
                  <a16:creationId xmlns:a16="http://schemas.microsoft.com/office/drawing/2014/main" id="{948633D3-345C-3DA3-132B-093D27A002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477500" y="1830140"/>
              <a:ext cx="595884" cy="595884"/>
            </a:xfrm>
            <a:prstGeom prst="rect">
              <a:avLst/>
            </a:prstGeom>
          </p:spPr>
        </p:pic>
        <p:pic>
          <p:nvPicPr>
            <p:cNvPr id="57" name="Graphic 56" descr="User with solid fill">
              <a:extLst>
                <a:ext uri="{FF2B5EF4-FFF2-40B4-BE49-F238E27FC236}">
                  <a16:creationId xmlns:a16="http://schemas.microsoft.com/office/drawing/2014/main" id="{AD6859C5-D76F-DF5E-005F-0CDAD69AE6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95996" y="1830140"/>
              <a:ext cx="595884" cy="595884"/>
            </a:xfrm>
            <a:prstGeom prst="rect">
              <a:avLst/>
            </a:prstGeom>
          </p:spPr>
        </p:pic>
        <p:pic>
          <p:nvPicPr>
            <p:cNvPr id="58" name="Graphic 57" descr="User with solid fill">
              <a:extLst>
                <a:ext uri="{FF2B5EF4-FFF2-40B4-BE49-F238E27FC236}">
                  <a16:creationId xmlns:a16="http://schemas.microsoft.com/office/drawing/2014/main" id="{82C7945E-58BC-A769-F75A-97B1CE17C2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95023" y="1830140"/>
              <a:ext cx="595884" cy="595884"/>
            </a:xfrm>
            <a:prstGeom prst="rect">
              <a:avLst/>
            </a:prstGeom>
          </p:spPr>
        </p:pic>
        <p:pic>
          <p:nvPicPr>
            <p:cNvPr id="59" name="Graphic 58" descr="User with solid fill">
              <a:extLst>
                <a:ext uri="{FF2B5EF4-FFF2-40B4-BE49-F238E27FC236}">
                  <a16:creationId xmlns:a16="http://schemas.microsoft.com/office/drawing/2014/main" id="{4178E5D4-9B3C-5697-0274-2DFB8C4B9F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94050" y="1830140"/>
              <a:ext cx="595884" cy="595884"/>
            </a:xfrm>
            <a:prstGeom prst="rect">
              <a:avLst/>
            </a:prstGeom>
          </p:spPr>
        </p:pic>
        <p:pic>
          <p:nvPicPr>
            <p:cNvPr id="60" name="Graphic 59" descr="User with solid fill">
              <a:extLst>
                <a:ext uri="{FF2B5EF4-FFF2-40B4-BE49-F238E27FC236}">
                  <a16:creationId xmlns:a16="http://schemas.microsoft.com/office/drawing/2014/main" id="{DC43BB29-E6A3-AFAF-7E04-AAE897376A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93077" y="1830140"/>
              <a:ext cx="595884" cy="595884"/>
            </a:xfrm>
            <a:prstGeom prst="rect">
              <a:avLst/>
            </a:prstGeom>
          </p:spPr>
        </p:pic>
        <p:pic>
          <p:nvPicPr>
            <p:cNvPr id="61" name="Graphic 60" descr="User with solid fill">
              <a:extLst>
                <a:ext uri="{FF2B5EF4-FFF2-40B4-BE49-F238E27FC236}">
                  <a16:creationId xmlns:a16="http://schemas.microsoft.com/office/drawing/2014/main" id="{EEB06F08-437F-D751-3034-A3B134B754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92104" y="1830140"/>
              <a:ext cx="595884" cy="595884"/>
            </a:xfrm>
            <a:prstGeom prst="rect">
              <a:avLst/>
            </a:prstGeom>
          </p:spPr>
        </p:pic>
        <p:pic>
          <p:nvPicPr>
            <p:cNvPr id="62" name="Graphic 61" descr="User with solid fill">
              <a:extLst>
                <a:ext uri="{FF2B5EF4-FFF2-40B4-BE49-F238E27FC236}">
                  <a16:creationId xmlns:a16="http://schemas.microsoft.com/office/drawing/2014/main" id="{50EC306C-40CB-5256-3EFA-4B1265EE3B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491131" y="1830140"/>
              <a:ext cx="595884" cy="595884"/>
            </a:xfrm>
            <a:prstGeom prst="rect">
              <a:avLst/>
            </a:prstGeom>
          </p:spPr>
        </p:pic>
        <p:pic>
          <p:nvPicPr>
            <p:cNvPr id="63" name="Graphic 62" descr="User with solid fill">
              <a:extLst>
                <a:ext uri="{FF2B5EF4-FFF2-40B4-BE49-F238E27FC236}">
                  <a16:creationId xmlns:a16="http://schemas.microsoft.com/office/drawing/2014/main" id="{AAF89E08-2EEA-AF55-79AC-207E44A739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90158" y="1830140"/>
              <a:ext cx="595884" cy="595884"/>
            </a:xfrm>
            <a:prstGeom prst="rect">
              <a:avLst/>
            </a:prstGeom>
          </p:spPr>
        </p:pic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7A88FE5-95FC-5432-1EAC-EE24DD9D8682}"/>
              </a:ext>
            </a:extLst>
          </p:cNvPr>
          <p:cNvGrpSpPr/>
          <p:nvPr/>
        </p:nvGrpSpPr>
        <p:grpSpPr>
          <a:xfrm>
            <a:off x="5522484" y="2345228"/>
            <a:ext cx="1183100" cy="3547570"/>
            <a:chOff x="5625375" y="2359083"/>
            <a:chExt cx="332075" cy="3547570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9DB0F45-3442-3263-5C56-3A2669237819}"/>
                </a:ext>
              </a:extLst>
            </p:cNvPr>
            <p:cNvSpPr txBox="1"/>
            <p:nvPr/>
          </p:nvSpPr>
          <p:spPr>
            <a:xfrm>
              <a:off x="5625379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65CA60F-4DA3-4606-1B35-B5972D344DAD}"/>
                </a:ext>
              </a:extLst>
            </p:cNvPr>
            <p:cNvSpPr txBox="1"/>
            <p:nvPr/>
          </p:nvSpPr>
          <p:spPr>
            <a:xfrm>
              <a:off x="5625377" y="3153753"/>
              <a:ext cx="33207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43046721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372CED99-BD54-0D12-1448-B3FAA45CA6F9}"/>
                </a:ext>
              </a:extLst>
            </p:cNvPr>
            <p:cNvSpPr txBox="1"/>
            <p:nvPr/>
          </p:nvSpPr>
          <p:spPr>
            <a:xfrm>
              <a:off x="5625375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1048576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242899F9-03B6-11FF-0073-42501773DC26}"/>
                </a:ext>
              </a:extLst>
            </p:cNvPr>
            <p:cNvSpPr txBox="1"/>
            <p:nvPr/>
          </p:nvSpPr>
          <p:spPr>
            <a:xfrm>
              <a:off x="5625376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81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AFE32206-9266-F19D-8F7B-69D89EFED538}"/>
                </a:ext>
              </a:extLst>
            </p:cNvPr>
            <p:cNvSpPr txBox="1"/>
            <p:nvPr/>
          </p:nvSpPr>
          <p:spPr>
            <a:xfrm>
              <a:off x="5625375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2960980F-B9B8-0E34-8AC4-3450098FBDA3}"/>
              </a:ext>
            </a:extLst>
          </p:cNvPr>
          <p:cNvSpPr txBox="1"/>
          <p:nvPr/>
        </p:nvSpPr>
        <p:spPr>
          <a:xfrm>
            <a:off x="4507344" y="1879140"/>
            <a:ext cx="295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# Ways to produce sample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4172552-B08E-2094-5273-713D088DC2FC}"/>
              </a:ext>
            </a:extLst>
          </p:cNvPr>
          <p:cNvSpPr txBox="1"/>
          <p:nvPr/>
        </p:nvSpPr>
        <p:spPr>
          <a:xfrm>
            <a:off x="8347117" y="1876475"/>
            <a:ext cx="295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# Probability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2640972D-27F4-3874-0904-BF562948E9AD}"/>
              </a:ext>
            </a:extLst>
          </p:cNvPr>
          <p:cNvGrpSpPr/>
          <p:nvPr/>
        </p:nvGrpSpPr>
        <p:grpSpPr>
          <a:xfrm>
            <a:off x="7647005" y="2300417"/>
            <a:ext cx="3414701" cy="3547570"/>
            <a:chOff x="5625375" y="2359083"/>
            <a:chExt cx="332075" cy="3547570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76B9686-7FA3-7E96-5055-27ED7667F61C}"/>
                </a:ext>
              </a:extLst>
            </p:cNvPr>
            <p:cNvSpPr txBox="1"/>
            <p:nvPr/>
          </p:nvSpPr>
          <p:spPr>
            <a:xfrm>
              <a:off x="5625379" y="235908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NZ" dirty="0">
                  <a:solidFill>
                    <a:schemeClr val="bg1"/>
                  </a:solidFill>
                </a:rPr>
                <a:t>0 / 44095378 = 0 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E4819059-B5F4-63A5-597E-7FD8BDE84720}"/>
                </a:ext>
              </a:extLst>
            </p:cNvPr>
            <p:cNvSpPr txBox="1"/>
            <p:nvPr/>
          </p:nvSpPr>
          <p:spPr>
            <a:xfrm>
              <a:off x="5625377" y="3153753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NZ" dirty="0">
                  <a:solidFill>
                    <a:schemeClr val="bg1"/>
                  </a:solidFill>
                </a:rPr>
                <a:t>43046721 / 44095378 ≈ 0.976 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ECC3B03A-BBA0-2E92-8A10-F77C10003A3D}"/>
                </a:ext>
              </a:extLst>
            </p:cNvPr>
            <p:cNvSpPr txBox="1"/>
            <p:nvPr/>
          </p:nvSpPr>
          <p:spPr>
            <a:xfrm>
              <a:off x="5625375" y="394492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NZ" dirty="0">
                  <a:solidFill>
                    <a:schemeClr val="bg1"/>
                  </a:solidFill>
                </a:rPr>
                <a:t>1048576 / 44095378 ≈ 0.023 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A0E28670-B8DA-0336-92B6-58FB81C68290}"/>
                </a:ext>
              </a:extLst>
            </p:cNvPr>
            <p:cNvSpPr txBox="1"/>
            <p:nvPr/>
          </p:nvSpPr>
          <p:spPr>
            <a:xfrm>
              <a:off x="5625376" y="4745760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NZ" dirty="0">
                  <a:solidFill>
                    <a:schemeClr val="bg1"/>
                  </a:solidFill>
                </a:rPr>
                <a:t>81 / 44095378 ≈ 0.001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62534A56-30DD-C7F1-AE18-E8FE1E378FAF}"/>
                </a:ext>
              </a:extLst>
            </p:cNvPr>
            <p:cNvSpPr txBox="1"/>
            <p:nvPr/>
          </p:nvSpPr>
          <p:spPr>
            <a:xfrm>
              <a:off x="5625375" y="5537321"/>
              <a:ext cx="3320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NZ" dirty="0">
                  <a:solidFill>
                    <a:schemeClr val="bg1"/>
                  </a:solidFill>
                </a:rPr>
                <a:t>0 / 44095378 = 0</a:t>
              </a: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AEB62618-8B27-E3DA-2C7A-03D6D9896038}"/>
              </a:ext>
            </a:extLst>
          </p:cNvPr>
          <p:cNvSpPr txBox="1"/>
          <p:nvPr/>
        </p:nvSpPr>
        <p:spPr>
          <a:xfrm>
            <a:off x="4954470" y="6295395"/>
            <a:ext cx="1795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TOT = 44095378</a:t>
            </a:r>
          </a:p>
        </p:txBody>
      </p:sp>
    </p:spTree>
    <p:extLst>
      <p:ext uri="{BB962C8B-B14F-4D97-AF65-F5344CB8AC3E}">
        <p14:creationId xmlns:p14="http://schemas.microsoft.com/office/powerpoint/2010/main" val="1349519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0615E-61F5-5F48-4CE6-A65C63911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F309E2F-BF4C-A15E-ADA5-27B5B0E632BD}"/>
              </a:ext>
            </a:extLst>
          </p:cNvPr>
          <p:cNvGrpSpPr/>
          <p:nvPr/>
        </p:nvGrpSpPr>
        <p:grpSpPr>
          <a:xfrm rot="5400000" flipH="1">
            <a:off x="3643220" y="5318246"/>
            <a:ext cx="595884" cy="618174"/>
            <a:chOff x="475488" y="1595628"/>
            <a:chExt cx="3666744" cy="380390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3528242-05CE-F12E-9D93-519A17B1B6B4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4" name="Partial Circle 33">
              <a:extLst>
                <a:ext uri="{FF2B5EF4-FFF2-40B4-BE49-F238E27FC236}">
                  <a16:creationId xmlns:a16="http://schemas.microsoft.com/office/drawing/2014/main" id="{03007BCB-FE1C-BB55-97FC-F53A19BBB0AA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8755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F782E15-5824-E213-1D07-31CB7B47FA25}"/>
              </a:ext>
            </a:extLst>
          </p:cNvPr>
          <p:cNvGrpSpPr/>
          <p:nvPr/>
        </p:nvGrpSpPr>
        <p:grpSpPr>
          <a:xfrm rot="10800000" flipH="1">
            <a:off x="5976942" y="5329392"/>
            <a:ext cx="595884" cy="595884"/>
            <a:chOff x="4916424" y="1690688"/>
            <a:chExt cx="3666744" cy="366674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36478EF-B6EF-624C-AC68-049461530EB1}"/>
                </a:ext>
              </a:extLst>
            </p:cNvPr>
            <p:cNvSpPr/>
            <p:nvPr/>
          </p:nvSpPr>
          <p:spPr>
            <a:xfrm>
              <a:off x="4916424" y="169068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2" name="Partial Circle 31">
              <a:extLst>
                <a:ext uri="{FF2B5EF4-FFF2-40B4-BE49-F238E27FC236}">
                  <a16:creationId xmlns:a16="http://schemas.microsoft.com/office/drawing/2014/main" id="{AF5A71D4-738B-97BE-2534-DEFDB7B107FD}"/>
                </a:ext>
              </a:extLst>
            </p:cNvPr>
            <p:cNvSpPr/>
            <p:nvPr/>
          </p:nvSpPr>
          <p:spPr>
            <a:xfrm rot="16200000">
              <a:off x="4916424" y="1690688"/>
              <a:ext cx="3666744" cy="3666744"/>
            </a:xfrm>
            <a:prstGeom prst="pie">
              <a:avLst>
                <a:gd name="adj1" fmla="val 28755"/>
                <a:gd name="adj2" fmla="val 10825612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488715B-EDFE-5B6E-C480-F2FBD1C879F7}"/>
              </a:ext>
            </a:extLst>
          </p:cNvPr>
          <p:cNvGrpSpPr/>
          <p:nvPr/>
        </p:nvGrpSpPr>
        <p:grpSpPr>
          <a:xfrm rot="16200000" flipH="1">
            <a:off x="8299518" y="5329392"/>
            <a:ext cx="595884" cy="595884"/>
            <a:chOff x="8145780" y="1528572"/>
            <a:chExt cx="3666744" cy="3666744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E0F770F-BE66-E73E-3A12-027C04C6D3AD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0" name="Partial Circle 29">
              <a:extLst>
                <a:ext uri="{FF2B5EF4-FFF2-40B4-BE49-F238E27FC236}">
                  <a16:creationId xmlns:a16="http://schemas.microsoft.com/office/drawing/2014/main" id="{BF2D3C31-F218-683F-857B-C750EE0233B0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8755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D8799A2A-04F9-C90B-59C2-1809B0B42B73}"/>
              </a:ext>
            </a:extLst>
          </p:cNvPr>
          <p:cNvSpPr/>
          <p:nvPr/>
        </p:nvSpPr>
        <p:spPr>
          <a:xfrm flipH="1">
            <a:off x="10622094" y="5329392"/>
            <a:ext cx="595884" cy="59588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E30846-AFD8-020D-1AD7-BF3EC0D9EE92}"/>
              </a:ext>
            </a:extLst>
          </p:cNvPr>
          <p:cNvSpPr/>
          <p:nvPr/>
        </p:nvSpPr>
        <p:spPr>
          <a:xfrm flipH="1">
            <a:off x="1344261" y="5329391"/>
            <a:ext cx="595884" cy="59588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56E29-F07C-BA69-1C47-95D522028096}"/>
              </a:ext>
            </a:extLst>
          </p:cNvPr>
          <p:cNvSpPr txBox="1"/>
          <p:nvPr/>
        </p:nvSpPr>
        <p:spPr>
          <a:xfrm>
            <a:off x="1264732" y="5984656"/>
            <a:ext cx="72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0.00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7D229A-41B8-C38D-B9DB-28641C91582F}"/>
              </a:ext>
            </a:extLst>
          </p:cNvPr>
          <p:cNvSpPr txBox="1"/>
          <p:nvPr/>
        </p:nvSpPr>
        <p:spPr>
          <a:xfrm>
            <a:off x="3576163" y="5984656"/>
            <a:ext cx="72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0.25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AC0DA8-9C45-3B40-0A2E-8F904D54C9CD}"/>
              </a:ext>
            </a:extLst>
          </p:cNvPr>
          <p:cNvSpPr txBox="1"/>
          <p:nvPr/>
        </p:nvSpPr>
        <p:spPr>
          <a:xfrm>
            <a:off x="5919791" y="5984656"/>
            <a:ext cx="71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0.50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EFA6C5-A3A1-DD73-E2D4-E8E4E34BCD33}"/>
              </a:ext>
            </a:extLst>
          </p:cNvPr>
          <p:cNvSpPr txBox="1"/>
          <p:nvPr/>
        </p:nvSpPr>
        <p:spPr>
          <a:xfrm>
            <a:off x="8232462" y="5984656"/>
            <a:ext cx="72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0.75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A4A9C0-32C3-20E9-274F-452A463294AD}"/>
              </a:ext>
            </a:extLst>
          </p:cNvPr>
          <p:cNvSpPr txBox="1"/>
          <p:nvPr/>
        </p:nvSpPr>
        <p:spPr>
          <a:xfrm>
            <a:off x="10365016" y="5984656"/>
            <a:ext cx="85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1.00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8C7FB6-B246-06BF-2175-7856437745C0}"/>
              </a:ext>
            </a:extLst>
          </p:cNvPr>
          <p:cNvGrpSpPr/>
          <p:nvPr/>
        </p:nvGrpSpPr>
        <p:grpSpPr>
          <a:xfrm rot="5400000" flipH="1">
            <a:off x="2481931" y="5318246"/>
            <a:ext cx="595884" cy="618174"/>
            <a:chOff x="475488" y="1595628"/>
            <a:chExt cx="3666744" cy="380390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6FAF8D4-BE79-17C7-5386-C951E3A9B35B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8" name="Partial Circle 27">
              <a:extLst>
                <a:ext uri="{FF2B5EF4-FFF2-40B4-BE49-F238E27FC236}">
                  <a16:creationId xmlns:a16="http://schemas.microsoft.com/office/drawing/2014/main" id="{56F9D0D6-017A-96CB-11E6-83015A157849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383320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AC69C9B-7FA7-E3F7-6BEB-775CB0A1548E}"/>
              </a:ext>
            </a:extLst>
          </p:cNvPr>
          <p:cNvGrpSpPr/>
          <p:nvPr/>
        </p:nvGrpSpPr>
        <p:grpSpPr>
          <a:xfrm rot="5400000" flipH="1">
            <a:off x="4826797" y="5318246"/>
            <a:ext cx="595884" cy="618174"/>
            <a:chOff x="475488" y="1595628"/>
            <a:chExt cx="3666744" cy="3803904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49CAD0E-DBFF-0DFD-AE41-3316B705ACE0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6" name="Partial Circle 25">
              <a:extLst>
                <a:ext uri="{FF2B5EF4-FFF2-40B4-BE49-F238E27FC236}">
                  <a16:creationId xmlns:a16="http://schemas.microsoft.com/office/drawing/2014/main" id="{96C849CB-C90A-5F4D-36DF-55DD415452A6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18731689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BFEEE4C-65D5-63E7-7140-7451BD026178}"/>
              </a:ext>
            </a:extLst>
          </p:cNvPr>
          <p:cNvGrpSpPr/>
          <p:nvPr/>
        </p:nvGrpSpPr>
        <p:grpSpPr>
          <a:xfrm rot="16200000" flipH="1">
            <a:off x="7138230" y="5329391"/>
            <a:ext cx="595884" cy="595884"/>
            <a:chOff x="8145780" y="1528572"/>
            <a:chExt cx="3666744" cy="366674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6D5D04-F10B-8289-0CD8-517FF69061F4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4" name="Partial Circle 23">
              <a:extLst>
                <a:ext uri="{FF2B5EF4-FFF2-40B4-BE49-F238E27FC236}">
                  <a16:creationId xmlns:a16="http://schemas.microsoft.com/office/drawing/2014/main" id="{BCFD3660-912B-C6EB-97B5-2BA6827F8C00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132216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52DAFFD-27B0-D405-3874-8C0708DBF788}"/>
              </a:ext>
            </a:extLst>
          </p:cNvPr>
          <p:cNvGrpSpPr/>
          <p:nvPr/>
        </p:nvGrpSpPr>
        <p:grpSpPr>
          <a:xfrm rot="16200000" flipH="1">
            <a:off x="9460806" y="5329390"/>
            <a:ext cx="595884" cy="595884"/>
            <a:chOff x="8145780" y="1528572"/>
            <a:chExt cx="3666744" cy="366674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DD8213B-C45A-B97A-41E2-39FE82126AC9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2" name="Partial Circle 21">
              <a:extLst>
                <a:ext uri="{FF2B5EF4-FFF2-40B4-BE49-F238E27FC236}">
                  <a16:creationId xmlns:a16="http://schemas.microsoft.com/office/drawing/2014/main" id="{807BAAB4-5B22-3842-E9A3-0285D5F86DCB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19080414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746254E-BCF2-5CB2-2594-72E7A766D62D}"/>
              </a:ext>
            </a:extLst>
          </p:cNvPr>
          <p:cNvCxnSpPr/>
          <p:nvPr/>
        </p:nvCxnSpPr>
        <p:spPr>
          <a:xfrm>
            <a:off x="1629730" y="6546362"/>
            <a:ext cx="9425181" cy="0"/>
          </a:xfrm>
          <a:prstGeom prst="straightConnector1">
            <a:avLst/>
          </a:prstGeom>
          <a:ln w="38100">
            <a:gradFill flip="none" rotWithShape="1">
              <a:gsLst>
                <a:gs pos="13000">
                  <a:schemeClr val="tx1">
                    <a:lumMod val="75000"/>
                    <a:lumOff val="25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BA7E395-A5CB-0CDD-273F-30570691B19C}"/>
              </a:ext>
            </a:extLst>
          </p:cNvPr>
          <p:cNvGrpSpPr/>
          <p:nvPr/>
        </p:nvGrpSpPr>
        <p:grpSpPr>
          <a:xfrm>
            <a:off x="840509" y="350981"/>
            <a:ext cx="10751127" cy="4729019"/>
            <a:chOff x="840509" y="350981"/>
            <a:chExt cx="10751127" cy="4729019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A61020B-5643-711E-2BC2-7D2195C205B8}"/>
                </a:ext>
              </a:extLst>
            </p:cNvPr>
            <p:cNvCxnSpPr/>
            <p:nvPr/>
          </p:nvCxnSpPr>
          <p:spPr>
            <a:xfrm>
              <a:off x="840509" y="5070764"/>
              <a:ext cx="10751127" cy="0"/>
            </a:xfrm>
            <a:prstGeom prst="straightConnector1">
              <a:avLst/>
            </a:prstGeom>
            <a:ln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1458B12-AE6E-0955-DE51-2241AD4600F4}"/>
                </a:ext>
              </a:extLst>
            </p:cNvPr>
            <p:cNvCxnSpPr/>
            <p:nvPr/>
          </p:nvCxnSpPr>
          <p:spPr>
            <a:xfrm flipV="1">
              <a:off x="840509" y="350981"/>
              <a:ext cx="0" cy="4729019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ree-form: Shape 40">
            <a:extLst>
              <a:ext uri="{FF2B5EF4-FFF2-40B4-BE49-F238E27FC236}">
                <a16:creationId xmlns:a16="http://schemas.microsoft.com/office/drawing/2014/main" id="{86CA559C-FC19-E733-FCC4-95F7642CF0A8}"/>
              </a:ext>
            </a:extLst>
          </p:cNvPr>
          <p:cNvSpPr/>
          <p:nvPr/>
        </p:nvSpPr>
        <p:spPr>
          <a:xfrm>
            <a:off x="1607127" y="1099367"/>
            <a:ext cx="9384146" cy="3940020"/>
          </a:xfrm>
          <a:custGeom>
            <a:avLst/>
            <a:gdLst>
              <a:gd name="csX0" fmla="*/ 0 w 9384146"/>
              <a:gd name="csY0" fmla="*/ 3805142 h 3940020"/>
              <a:gd name="csX1" fmla="*/ 443346 w 9384146"/>
              <a:gd name="csY1" fmla="*/ 295324 h 3940020"/>
              <a:gd name="csX2" fmla="*/ 572655 w 9384146"/>
              <a:gd name="csY2" fmla="*/ 443106 h 3940020"/>
              <a:gd name="csX3" fmla="*/ 1062182 w 9384146"/>
              <a:gd name="csY3" fmla="*/ 2475106 h 3940020"/>
              <a:gd name="csX4" fmla="*/ 2419928 w 9384146"/>
              <a:gd name="csY4" fmla="*/ 3380269 h 3940020"/>
              <a:gd name="csX5" fmla="*/ 6733309 w 9384146"/>
              <a:gd name="csY5" fmla="*/ 3860560 h 3940020"/>
              <a:gd name="csX6" fmla="*/ 9384146 w 9384146"/>
              <a:gd name="csY6" fmla="*/ 3934451 h 39400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4146" h="3940020">
                <a:moveTo>
                  <a:pt x="0" y="3805142"/>
                </a:moveTo>
                <a:cubicBezTo>
                  <a:pt x="173952" y="2330402"/>
                  <a:pt x="347904" y="855663"/>
                  <a:pt x="443346" y="295324"/>
                </a:cubicBezTo>
                <a:cubicBezTo>
                  <a:pt x="538789" y="-265015"/>
                  <a:pt x="469516" y="79809"/>
                  <a:pt x="572655" y="443106"/>
                </a:cubicBezTo>
                <a:cubicBezTo>
                  <a:pt x="675794" y="806403"/>
                  <a:pt x="754303" y="1985579"/>
                  <a:pt x="1062182" y="2475106"/>
                </a:cubicBezTo>
                <a:cubicBezTo>
                  <a:pt x="1370061" y="2964633"/>
                  <a:pt x="1474740" y="3149360"/>
                  <a:pt x="2419928" y="3380269"/>
                </a:cubicBezTo>
                <a:cubicBezTo>
                  <a:pt x="3365116" y="3611178"/>
                  <a:pt x="5572606" y="3768196"/>
                  <a:pt x="6733309" y="3860560"/>
                </a:cubicBezTo>
                <a:cubicBezTo>
                  <a:pt x="7894012" y="3952924"/>
                  <a:pt x="8639079" y="3943687"/>
                  <a:pt x="9384146" y="3934451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5E1BAC-9884-A2EE-DC25-798FF2C47FD4}"/>
              </a:ext>
            </a:extLst>
          </p:cNvPr>
          <p:cNvSpPr txBox="1"/>
          <p:nvPr/>
        </p:nvSpPr>
        <p:spPr>
          <a:xfrm rot="5400000">
            <a:off x="-1384781" y="2547851"/>
            <a:ext cx="4062651" cy="15713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NZ" sz="1200" dirty="0">
                <a:solidFill>
                  <a:schemeClr val="bg1"/>
                </a:solidFill>
              </a:rPr>
              <a:t>Relative </a:t>
            </a:r>
          </a:p>
          <a:p>
            <a:endParaRPr lang="en-NZ" sz="1200" dirty="0">
              <a:solidFill>
                <a:schemeClr val="bg1"/>
              </a:solidFill>
            </a:endParaRPr>
          </a:p>
          <a:p>
            <a:endParaRPr lang="en-NZ" sz="1200" dirty="0">
              <a:solidFill>
                <a:schemeClr val="bg1"/>
              </a:solidFill>
            </a:endParaRPr>
          </a:p>
          <a:p>
            <a:r>
              <a:rPr lang="en-NZ" sz="1200" dirty="0">
                <a:solidFill>
                  <a:schemeClr val="bg1"/>
                </a:solidFill>
              </a:rPr>
              <a:t>Probability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0F57A4-CDFF-59A2-A182-FDAE54B5EBD8}"/>
              </a:ext>
            </a:extLst>
          </p:cNvPr>
          <p:cNvSpPr txBox="1"/>
          <p:nvPr/>
        </p:nvSpPr>
        <p:spPr>
          <a:xfrm>
            <a:off x="3654365" y="1892808"/>
            <a:ext cx="6257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In reality, the probability range is continuous, making it challenging to compute the sum of probabilities across all possible proportions of aphantasia.</a:t>
            </a:r>
          </a:p>
        </p:txBody>
      </p:sp>
    </p:spTree>
    <p:extLst>
      <p:ext uri="{BB962C8B-B14F-4D97-AF65-F5344CB8AC3E}">
        <p14:creationId xmlns:p14="http://schemas.microsoft.com/office/powerpoint/2010/main" val="3746488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3F64D-472B-441C-A92E-F92FDA8E6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EC13E42-7E1B-468E-2352-9C19FC6A7ABA}"/>
              </a:ext>
            </a:extLst>
          </p:cNvPr>
          <p:cNvGrpSpPr/>
          <p:nvPr/>
        </p:nvGrpSpPr>
        <p:grpSpPr>
          <a:xfrm rot="5400000" flipH="1">
            <a:off x="3643220" y="5318246"/>
            <a:ext cx="595884" cy="618174"/>
            <a:chOff x="475488" y="1595628"/>
            <a:chExt cx="3666744" cy="380390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933EC48-AA31-9783-9C52-464F3673F2B2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4" name="Partial Circle 33">
              <a:extLst>
                <a:ext uri="{FF2B5EF4-FFF2-40B4-BE49-F238E27FC236}">
                  <a16:creationId xmlns:a16="http://schemas.microsoft.com/office/drawing/2014/main" id="{4E1842B3-4850-AE93-E3E1-5DA4C6457C9E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8755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38894CF-C740-AD9C-BBE4-8530C45A9F02}"/>
              </a:ext>
            </a:extLst>
          </p:cNvPr>
          <p:cNvGrpSpPr/>
          <p:nvPr/>
        </p:nvGrpSpPr>
        <p:grpSpPr>
          <a:xfrm rot="10800000" flipH="1">
            <a:off x="5976942" y="5329392"/>
            <a:ext cx="595884" cy="595884"/>
            <a:chOff x="4916424" y="1690688"/>
            <a:chExt cx="3666744" cy="366674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570B577-F021-2D74-24DB-D04BA7B3ACF4}"/>
                </a:ext>
              </a:extLst>
            </p:cNvPr>
            <p:cNvSpPr/>
            <p:nvPr/>
          </p:nvSpPr>
          <p:spPr>
            <a:xfrm>
              <a:off x="4916424" y="169068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2" name="Partial Circle 31">
              <a:extLst>
                <a:ext uri="{FF2B5EF4-FFF2-40B4-BE49-F238E27FC236}">
                  <a16:creationId xmlns:a16="http://schemas.microsoft.com/office/drawing/2014/main" id="{4D6A2903-00D3-7948-A13A-24379BD8F24C}"/>
                </a:ext>
              </a:extLst>
            </p:cNvPr>
            <p:cNvSpPr/>
            <p:nvPr/>
          </p:nvSpPr>
          <p:spPr>
            <a:xfrm rot="16200000">
              <a:off x="4916424" y="1690688"/>
              <a:ext cx="3666744" cy="3666744"/>
            </a:xfrm>
            <a:prstGeom prst="pie">
              <a:avLst>
                <a:gd name="adj1" fmla="val 28755"/>
                <a:gd name="adj2" fmla="val 10825612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D230B13-F518-E93C-D477-FA8729F13A1A}"/>
              </a:ext>
            </a:extLst>
          </p:cNvPr>
          <p:cNvGrpSpPr/>
          <p:nvPr/>
        </p:nvGrpSpPr>
        <p:grpSpPr>
          <a:xfrm rot="16200000" flipH="1">
            <a:off x="8299518" y="5329392"/>
            <a:ext cx="595884" cy="595884"/>
            <a:chOff x="8145780" y="1528572"/>
            <a:chExt cx="3666744" cy="3666744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78DBCB4-FC88-6592-B05D-B8902B9F2E82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0" name="Partial Circle 29">
              <a:extLst>
                <a:ext uri="{FF2B5EF4-FFF2-40B4-BE49-F238E27FC236}">
                  <a16:creationId xmlns:a16="http://schemas.microsoft.com/office/drawing/2014/main" id="{5FF3EC72-ADAB-5A69-68C6-56FA0C5E6049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8755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BE9DD5FE-9F33-922E-4012-0A22DC1BD9E7}"/>
              </a:ext>
            </a:extLst>
          </p:cNvPr>
          <p:cNvSpPr/>
          <p:nvPr/>
        </p:nvSpPr>
        <p:spPr>
          <a:xfrm flipH="1">
            <a:off x="10622094" y="5329392"/>
            <a:ext cx="595884" cy="59588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2991F7-4378-1E22-8CD3-E9291F336FB9}"/>
              </a:ext>
            </a:extLst>
          </p:cNvPr>
          <p:cNvSpPr/>
          <p:nvPr/>
        </p:nvSpPr>
        <p:spPr>
          <a:xfrm flipH="1">
            <a:off x="1344261" y="5329391"/>
            <a:ext cx="595884" cy="59588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CA1AE4-9C3D-1CAE-E630-6EA4A4762E22}"/>
              </a:ext>
            </a:extLst>
          </p:cNvPr>
          <p:cNvSpPr txBox="1"/>
          <p:nvPr/>
        </p:nvSpPr>
        <p:spPr>
          <a:xfrm>
            <a:off x="1264732" y="5984656"/>
            <a:ext cx="72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0.00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F77E8B-E541-51F9-96C2-916EE1E63861}"/>
              </a:ext>
            </a:extLst>
          </p:cNvPr>
          <p:cNvSpPr txBox="1"/>
          <p:nvPr/>
        </p:nvSpPr>
        <p:spPr>
          <a:xfrm>
            <a:off x="3576163" y="5984656"/>
            <a:ext cx="72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0.25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7AB44C-ED79-E05C-E303-3921AF89EE93}"/>
              </a:ext>
            </a:extLst>
          </p:cNvPr>
          <p:cNvSpPr txBox="1"/>
          <p:nvPr/>
        </p:nvSpPr>
        <p:spPr>
          <a:xfrm>
            <a:off x="5919791" y="5984656"/>
            <a:ext cx="71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0.50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E94FBF-3733-4876-2D51-56343D18D6D4}"/>
              </a:ext>
            </a:extLst>
          </p:cNvPr>
          <p:cNvSpPr txBox="1"/>
          <p:nvPr/>
        </p:nvSpPr>
        <p:spPr>
          <a:xfrm>
            <a:off x="8232462" y="5984656"/>
            <a:ext cx="72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0.75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2C3565-EE0A-15CB-3E1B-8D7C82FD02F2}"/>
              </a:ext>
            </a:extLst>
          </p:cNvPr>
          <p:cNvSpPr txBox="1"/>
          <p:nvPr/>
        </p:nvSpPr>
        <p:spPr>
          <a:xfrm>
            <a:off x="10365016" y="5984656"/>
            <a:ext cx="85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1.00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9C28D8-F9A1-0A75-D13D-AFC414330CED}"/>
              </a:ext>
            </a:extLst>
          </p:cNvPr>
          <p:cNvGrpSpPr/>
          <p:nvPr/>
        </p:nvGrpSpPr>
        <p:grpSpPr>
          <a:xfrm rot="5400000" flipH="1">
            <a:off x="2481931" y="5318246"/>
            <a:ext cx="595884" cy="618174"/>
            <a:chOff x="475488" y="1595628"/>
            <a:chExt cx="3666744" cy="380390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C256D18-BA75-633C-8449-80097CA74B03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8" name="Partial Circle 27">
              <a:extLst>
                <a:ext uri="{FF2B5EF4-FFF2-40B4-BE49-F238E27FC236}">
                  <a16:creationId xmlns:a16="http://schemas.microsoft.com/office/drawing/2014/main" id="{1A882AD8-5549-FDB6-77C7-B482931E06BC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383320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9DF80B7-07E1-A474-A465-6DD1EF33E36A}"/>
              </a:ext>
            </a:extLst>
          </p:cNvPr>
          <p:cNvGrpSpPr/>
          <p:nvPr/>
        </p:nvGrpSpPr>
        <p:grpSpPr>
          <a:xfrm rot="5400000" flipH="1">
            <a:off x="4826797" y="5318246"/>
            <a:ext cx="595884" cy="618174"/>
            <a:chOff x="475488" y="1595628"/>
            <a:chExt cx="3666744" cy="3803904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D2E1A2F-C755-12A1-EE71-4CBBE551B00A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6" name="Partial Circle 25">
              <a:extLst>
                <a:ext uri="{FF2B5EF4-FFF2-40B4-BE49-F238E27FC236}">
                  <a16:creationId xmlns:a16="http://schemas.microsoft.com/office/drawing/2014/main" id="{7604FE93-8B28-06AF-638E-B72C006643D1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18731689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EF7A92-D8DA-5FB9-936C-63F7C4F2D927}"/>
              </a:ext>
            </a:extLst>
          </p:cNvPr>
          <p:cNvGrpSpPr/>
          <p:nvPr/>
        </p:nvGrpSpPr>
        <p:grpSpPr>
          <a:xfrm rot="16200000" flipH="1">
            <a:off x="7138230" y="5329391"/>
            <a:ext cx="595884" cy="595884"/>
            <a:chOff x="8145780" y="1528572"/>
            <a:chExt cx="3666744" cy="366674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99D4A3E-201E-4A9E-2BC7-4A4321AD37CD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4" name="Partial Circle 23">
              <a:extLst>
                <a:ext uri="{FF2B5EF4-FFF2-40B4-BE49-F238E27FC236}">
                  <a16:creationId xmlns:a16="http://schemas.microsoft.com/office/drawing/2014/main" id="{F1DE1AC9-04FD-47CB-6CB2-8A1BD53BCC90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132216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42D92FE-9369-A3F9-F106-74AC61230D48}"/>
              </a:ext>
            </a:extLst>
          </p:cNvPr>
          <p:cNvGrpSpPr/>
          <p:nvPr/>
        </p:nvGrpSpPr>
        <p:grpSpPr>
          <a:xfrm rot="16200000" flipH="1">
            <a:off x="9460806" y="5329390"/>
            <a:ext cx="595884" cy="595884"/>
            <a:chOff x="8145780" y="1528572"/>
            <a:chExt cx="3666744" cy="366674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1A0E514-9064-C5E7-F6C7-DDDF209C0B33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2" name="Partial Circle 21">
              <a:extLst>
                <a:ext uri="{FF2B5EF4-FFF2-40B4-BE49-F238E27FC236}">
                  <a16:creationId xmlns:a16="http://schemas.microsoft.com/office/drawing/2014/main" id="{EC49E2F2-9020-FB68-1B27-01752D7DB6B5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19080414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867EC09-332B-1BD5-8C85-36341A190CCB}"/>
              </a:ext>
            </a:extLst>
          </p:cNvPr>
          <p:cNvCxnSpPr/>
          <p:nvPr/>
        </p:nvCxnSpPr>
        <p:spPr>
          <a:xfrm>
            <a:off x="1629730" y="6546362"/>
            <a:ext cx="9425181" cy="0"/>
          </a:xfrm>
          <a:prstGeom prst="straightConnector1">
            <a:avLst/>
          </a:prstGeom>
          <a:ln w="38100">
            <a:gradFill flip="none" rotWithShape="1">
              <a:gsLst>
                <a:gs pos="13000">
                  <a:schemeClr val="tx1">
                    <a:lumMod val="75000"/>
                    <a:lumOff val="25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8909D32-75E6-56D2-10A8-4D8678085723}"/>
              </a:ext>
            </a:extLst>
          </p:cNvPr>
          <p:cNvGrpSpPr/>
          <p:nvPr/>
        </p:nvGrpSpPr>
        <p:grpSpPr>
          <a:xfrm>
            <a:off x="840509" y="350981"/>
            <a:ext cx="10751127" cy="4729019"/>
            <a:chOff x="840509" y="350981"/>
            <a:chExt cx="10751127" cy="4729019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6C1D029-A4AA-5C9B-D195-27060389CC6D}"/>
                </a:ext>
              </a:extLst>
            </p:cNvPr>
            <p:cNvCxnSpPr/>
            <p:nvPr/>
          </p:nvCxnSpPr>
          <p:spPr>
            <a:xfrm>
              <a:off x="840509" y="5070764"/>
              <a:ext cx="10751127" cy="0"/>
            </a:xfrm>
            <a:prstGeom prst="straightConnector1">
              <a:avLst/>
            </a:prstGeom>
            <a:ln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8A810E3-411C-F642-F4AF-0B7B2017CD1C}"/>
                </a:ext>
              </a:extLst>
            </p:cNvPr>
            <p:cNvCxnSpPr/>
            <p:nvPr/>
          </p:nvCxnSpPr>
          <p:spPr>
            <a:xfrm flipV="1">
              <a:off x="840509" y="350981"/>
              <a:ext cx="0" cy="4729019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ree-form: Shape 40">
            <a:extLst>
              <a:ext uri="{FF2B5EF4-FFF2-40B4-BE49-F238E27FC236}">
                <a16:creationId xmlns:a16="http://schemas.microsoft.com/office/drawing/2014/main" id="{C17222DF-2E94-B52C-215D-89B7EABFB4EF}"/>
              </a:ext>
            </a:extLst>
          </p:cNvPr>
          <p:cNvSpPr/>
          <p:nvPr/>
        </p:nvSpPr>
        <p:spPr>
          <a:xfrm>
            <a:off x="1607127" y="1099367"/>
            <a:ext cx="9384146" cy="3940020"/>
          </a:xfrm>
          <a:custGeom>
            <a:avLst/>
            <a:gdLst>
              <a:gd name="csX0" fmla="*/ 0 w 9384146"/>
              <a:gd name="csY0" fmla="*/ 3805142 h 3940020"/>
              <a:gd name="csX1" fmla="*/ 443346 w 9384146"/>
              <a:gd name="csY1" fmla="*/ 295324 h 3940020"/>
              <a:gd name="csX2" fmla="*/ 572655 w 9384146"/>
              <a:gd name="csY2" fmla="*/ 443106 h 3940020"/>
              <a:gd name="csX3" fmla="*/ 1062182 w 9384146"/>
              <a:gd name="csY3" fmla="*/ 2475106 h 3940020"/>
              <a:gd name="csX4" fmla="*/ 2419928 w 9384146"/>
              <a:gd name="csY4" fmla="*/ 3380269 h 3940020"/>
              <a:gd name="csX5" fmla="*/ 6733309 w 9384146"/>
              <a:gd name="csY5" fmla="*/ 3860560 h 3940020"/>
              <a:gd name="csX6" fmla="*/ 9384146 w 9384146"/>
              <a:gd name="csY6" fmla="*/ 3934451 h 39400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4146" h="3940020">
                <a:moveTo>
                  <a:pt x="0" y="3805142"/>
                </a:moveTo>
                <a:cubicBezTo>
                  <a:pt x="173952" y="2330402"/>
                  <a:pt x="347904" y="855663"/>
                  <a:pt x="443346" y="295324"/>
                </a:cubicBezTo>
                <a:cubicBezTo>
                  <a:pt x="538789" y="-265015"/>
                  <a:pt x="469516" y="79809"/>
                  <a:pt x="572655" y="443106"/>
                </a:cubicBezTo>
                <a:cubicBezTo>
                  <a:pt x="675794" y="806403"/>
                  <a:pt x="754303" y="1985579"/>
                  <a:pt x="1062182" y="2475106"/>
                </a:cubicBezTo>
                <a:cubicBezTo>
                  <a:pt x="1370061" y="2964633"/>
                  <a:pt x="1474740" y="3149360"/>
                  <a:pt x="2419928" y="3380269"/>
                </a:cubicBezTo>
                <a:cubicBezTo>
                  <a:pt x="3365116" y="3611178"/>
                  <a:pt x="5572606" y="3768196"/>
                  <a:pt x="6733309" y="3860560"/>
                </a:cubicBezTo>
                <a:cubicBezTo>
                  <a:pt x="7894012" y="3952924"/>
                  <a:pt x="8639079" y="3943687"/>
                  <a:pt x="9384146" y="3934451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8F4DDF-D3AA-93E7-9649-86A7B2833BAE}"/>
              </a:ext>
            </a:extLst>
          </p:cNvPr>
          <p:cNvSpPr txBox="1"/>
          <p:nvPr/>
        </p:nvSpPr>
        <p:spPr>
          <a:xfrm rot="5400000">
            <a:off x="-1384781" y="2547851"/>
            <a:ext cx="4062651" cy="15713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NZ" sz="1200" dirty="0">
                <a:solidFill>
                  <a:schemeClr val="bg1"/>
                </a:solidFill>
              </a:rPr>
              <a:t>Relative </a:t>
            </a:r>
          </a:p>
          <a:p>
            <a:endParaRPr lang="en-NZ" sz="1200" dirty="0">
              <a:solidFill>
                <a:schemeClr val="bg1"/>
              </a:solidFill>
            </a:endParaRPr>
          </a:p>
          <a:p>
            <a:endParaRPr lang="en-NZ" sz="1200" dirty="0">
              <a:solidFill>
                <a:schemeClr val="bg1"/>
              </a:solidFill>
            </a:endParaRPr>
          </a:p>
          <a:p>
            <a:r>
              <a:rPr lang="en-NZ" sz="1200" dirty="0">
                <a:solidFill>
                  <a:schemeClr val="bg1"/>
                </a:solidFill>
              </a:rPr>
              <a:t>Probability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746215-81E9-C882-BF47-5939D8675B9C}"/>
              </a:ext>
            </a:extLst>
          </p:cNvPr>
          <p:cNvSpPr txBox="1"/>
          <p:nvPr/>
        </p:nvSpPr>
        <p:spPr>
          <a:xfrm>
            <a:off x="3654365" y="1892808"/>
            <a:ext cx="6257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In reality, the probability range is continuous, making it challenging to compute the sum of probabilities across all possible proportions of aphantasia.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0124A2-C155-56D5-F374-866CF02C8F91}"/>
                  </a:ext>
                </a:extLst>
              </p:cNvPr>
              <p:cNvSpPr txBox="1"/>
              <p:nvPr/>
            </p:nvSpPr>
            <p:spPr>
              <a:xfrm>
                <a:off x="5637276" y="2971800"/>
                <a:ext cx="482761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NZ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</m:oMath>
                  </m:oMathPara>
                </a14:m>
                <a:endParaRPr lang="en-NZ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0124A2-C155-56D5-F374-866CF02C8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276" y="2971800"/>
                <a:ext cx="482761" cy="7265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8425CC-604F-FBF1-5D2A-AF5890F8D0A8}"/>
                  </a:ext>
                </a:extLst>
              </p:cNvPr>
              <p:cNvSpPr txBox="1"/>
              <p:nvPr/>
            </p:nvSpPr>
            <p:spPr>
              <a:xfrm rot="16930813">
                <a:off x="10056690" y="3501773"/>
                <a:ext cx="482761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NZ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</m:oMath>
                  </m:oMathPara>
                </a14:m>
                <a:endParaRPr lang="en-NZ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8425CC-604F-FBF1-5D2A-AF5890F8D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930813">
                <a:off x="10056690" y="3501773"/>
                <a:ext cx="482761" cy="7265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876AD8-2956-A306-E11A-E331CFDB0A8B}"/>
                  </a:ext>
                </a:extLst>
              </p:cNvPr>
              <p:cNvSpPr txBox="1"/>
              <p:nvPr/>
            </p:nvSpPr>
            <p:spPr>
              <a:xfrm rot="20007890">
                <a:off x="9238496" y="414218"/>
                <a:ext cx="1636387" cy="19373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NZ" sz="4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</m:oMath>
                  </m:oMathPara>
                </a14:m>
                <a:endParaRPr lang="en-NZ" sz="4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876AD8-2956-A306-E11A-E331CFDB0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07890">
                <a:off x="9238496" y="414218"/>
                <a:ext cx="1636387" cy="19373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A71F59A-46E8-2F2B-3B7C-58A72D8E8FC2}"/>
                  </a:ext>
                </a:extLst>
              </p:cNvPr>
              <p:cNvSpPr txBox="1"/>
              <p:nvPr/>
            </p:nvSpPr>
            <p:spPr>
              <a:xfrm rot="5140278">
                <a:off x="1745042" y="3678968"/>
                <a:ext cx="968727" cy="145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NZ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</m:oMath>
                  </m:oMathPara>
                </a14:m>
                <a:endParaRPr lang="en-NZ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A71F59A-46E8-2F2B-3B7C-58A72D8E8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140278">
                <a:off x="1745042" y="3678968"/>
                <a:ext cx="968727" cy="14530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3282E81-8C9C-7394-9C54-0A6873FB0EF1}"/>
                  </a:ext>
                </a:extLst>
              </p:cNvPr>
              <p:cNvSpPr txBox="1"/>
              <p:nvPr/>
            </p:nvSpPr>
            <p:spPr>
              <a:xfrm rot="1717865">
                <a:off x="2403167" y="326353"/>
                <a:ext cx="753411" cy="1130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NZ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</m:oMath>
                  </m:oMathPara>
                </a14:m>
                <a:endParaRPr lang="en-NZ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3282E81-8C9C-7394-9C54-0A6873FB0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17865">
                <a:off x="2403167" y="326353"/>
                <a:ext cx="753411" cy="11301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D635B8D-1324-FFC3-4FFD-0062BC5FCF34}"/>
                  </a:ext>
                </a:extLst>
              </p:cNvPr>
              <p:cNvSpPr txBox="1"/>
              <p:nvPr/>
            </p:nvSpPr>
            <p:spPr>
              <a:xfrm rot="2846260">
                <a:off x="7281900" y="3983992"/>
                <a:ext cx="296043" cy="4440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NZ" sz="11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</m:oMath>
                  </m:oMathPara>
                </a14:m>
                <a:endParaRPr lang="en-NZ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D635B8D-1324-FFC3-4FFD-0062BC5FC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846260">
                <a:off x="7281900" y="3983992"/>
                <a:ext cx="296043" cy="444032"/>
              </a:xfrm>
              <a:prstGeom prst="rect">
                <a:avLst/>
              </a:prstGeom>
              <a:blipFill>
                <a:blip r:embed="rId8"/>
                <a:stretch>
                  <a:fillRect l="-204545" t="-169767" r="-171591" b="-20930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E7FCC43-50E3-8F9F-1CF8-515F7C768592}"/>
                  </a:ext>
                </a:extLst>
              </p:cNvPr>
              <p:cNvSpPr txBox="1"/>
              <p:nvPr/>
            </p:nvSpPr>
            <p:spPr>
              <a:xfrm rot="13246547">
                <a:off x="4004997" y="3456911"/>
                <a:ext cx="269048" cy="4037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NZ" sz="1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</m:oMath>
                  </m:oMathPara>
                </a14:m>
                <a:endParaRPr lang="en-NZ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E7FCC43-50E3-8F9F-1CF8-515F7C768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3246547">
                <a:off x="4004997" y="3456911"/>
                <a:ext cx="269048" cy="403700"/>
              </a:xfrm>
              <a:prstGeom prst="rect">
                <a:avLst/>
              </a:prstGeom>
              <a:blipFill>
                <a:blip r:embed="rId9"/>
                <a:stretch>
                  <a:fillRect l="-180769" t="-217500" r="-211538" b="-175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340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AE4394-E49A-42DA-F59D-ECDD1A7E58B2}"/>
              </a:ext>
            </a:extLst>
          </p:cNvPr>
          <p:cNvSpPr txBox="1"/>
          <p:nvPr/>
        </p:nvSpPr>
        <p:spPr>
          <a:xfrm>
            <a:off x="1453896" y="2875002"/>
            <a:ext cx="92842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6600" dirty="0">
                <a:solidFill>
                  <a:schemeClr val="bg1"/>
                </a:solidFill>
              </a:rPr>
              <a:t>SOLUTION = SAMPLING*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FD2F2-15E2-A133-A806-3C41A12A09A8}"/>
              </a:ext>
            </a:extLst>
          </p:cNvPr>
          <p:cNvSpPr txBox="1"/>
          <p:nvPr/>
        </p:nvSpPr>
        <p:spPr>
          <a:xfrm>
            <a:off x="8138160" y="6194060"/>
            <a:ext cx="379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*I’m simplifying here</a:t>
            </a:r>
          </a:p>
        </p:txBody>
      </p:sp>
    </p:spTree>
    <p:extLst>
      <p:ext uri="{BB962C8B-B14F-4D97-AF65-F5344CB8AC3E}">
        <p14:creationId xmlns:p14="http://schemas.microsoft.com/office/powerpoint/2010/main" val="691430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4027E-7CB2-E6C0-F41E-9793265D8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5D8F074-CC87-0481-7A00-197132B1F29E}"/>
              </a:ext>
            </a:extLst>
          </p:cNvPr>
          <p:cNvGrpSpPr/>
          <p:nvPr/>
        </p:nvGrpSpPr>
        <p:grpSpPr>
          <a:xfrm rot="5400000" flipH="1">
            <a:off x="3643220" y="5318246"/>
            <a:ext cx="595884" cy="618174"/>
            <a:chOff x="475488" y="1595628"/>
            <a:chExt cx="3666744" cy="380390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443864B-F7AA-F3B2-0CF1-51A85672B626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4" name="Partial Circle 33">
              <a:extLst>
                <a:ext uri="{FF2B5EF4-FFF2-40B4-BE49-F238E27FC236}">
                  <a16:creationId xmlns:a16="http://schemas.microsoft.com/office/drawing/2014/main" id="{49943B5B-DF96-F1DC-A66A-45743E5F809F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8755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05F940B-DDD7-56DF-2849-60ADFE9058FE}"/>
              </a:ext>
            </a:extLst>
          </p:cNvPr>
          <p:cNvGrpSpPr/>
          <p:nvPr/>
        </p:nvGrpSpPr>
        <p:grpSpPr>
          <a:xfrm rot="10800000" flipH="1">
            <a:off x="5976942" y="5329392"/>
            <a:ext cx="595884" cy="595884"/>
            <a:chOff x="4916424" y="1690688"/>
            <a:chExt cx="3666744" cy="366674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8B044EC-FCE1-D471-6F5A-E32F3AB6CE02}"/>
                </a:ext>
              </a:extLst>
            </p:cNvPr>
            <p:cNvSpPr/>
            <p:nvPr/>
          </p:nvSpPr>
          <p:spPr>
            <a:xfrm>
              <a:off x="4916424" y="169068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2" name="Partial Circle 31">
              <a:extLst>
                <a:ext uri="{FF2B5EF4-FFF2-40B4-BE49-F238E27FC236}">
                  <a16:creationId xmlns:a16="http://schemas.microsoft.com/office/drawing/2014/main" id="{CE4A55EC-76CD-890C-A790-94882132DB68}"/>
                </a:ext>
              </a:extLst>
            </p:cNvPr>
            <p:cNvSpPr/>
            <p:nvPr/>
          </p:nvSpPr>
          <p:spPr>
            <a:xfrm rot="16200000">
              <a:off x="4916424" y="1690688"/>
              <a:ext cx="3666744" cy="3666744"/>
            </a:xfrm>
            <a:prstGeom prst="pie">
              <a:avLst>
                <a:gd name="adj1" fmla="val 28755"/>
                <a:gd name="adj2" fmla="val 10825612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6ADA67A-8FE7-DA89-989C-0D6F87A1C7CF}"/>
              </a:ext>
            </a:extLst>
          </p:cNvPr>
          <p:cNvGrpSpPr/>
          <p:nvPr/>
        </p:nvGrpSpPr>
        <p:grpSpPr>
          <a:xfrm rot="16200000" flipH="1">
            <a:off x="8299518" y="5329392"/>
            <a:ext cx="595884" cy="595884"/>
            <a:chOff x="8145780" y="1528572"/>
            <a:chExt cx="3666744" cy="3666744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4F9CE2A-E9B8-0023-F6B9-835A0875E579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0" name="Partial Circle 29">
              <a:extLst>
                <a:ext uri="{FF2B5EF4-FFF2-40B4-BE49-F238E27FC236}">
                  <a16:creationId xmlns:a16="http://schemas.microsoft.com/office/drawing/2014/main" id="{12C2793D-70FD-7A05-A26F-40E11931A3C5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8755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D6A2DFFA-F44D-61E5-0CA2-61FD6BB0DADE}"/>
              </a:ext>
            </a:extLst>
          </p:cNvPr>
          <p:cNvSpPr/>
          <p:nvPr/>
        </p:nvSpPr>
        <p:spPr>
          <a:xfrm flipH="1">
            <a:off x="10622094" y="5329392"/>
            <a:ext cx="595884" cy="59588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84D8985-05AA-7320-4C61-059A33728A36}"/>
              </a:ext>
            </a:extLst>
          </p:cNvPr>
          <p:cNvSpPr/>
          <p:nvPr/>
        </p:nvSpPr>
        <p:spPr>
          <a:xfrm flipH="1">
            <a:off x="1344261" y="5329391"/>
            <a:ext cx="595884" cy="59588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48ED46-E15F-92C4-00E6-1286A1922192}"/>
              </a:ext>
            </a:extLst>
          </p:cNvPr>
          <p:cNvSpPr txBox="1"/>
          <p:nvPr/>
        </p:nvSpPr>
        <p:spPr>
          <a:xfrm>
            <a:off x="1264732" y="5984656"/>
            <a:ext cx="72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0.00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F46BF8-0786-50CC-B874-D94E4904770A}"/>
              </a:ext>
            </a:extLst>
          </p:cNvPr>
          <p:cNvSpPr txBox="1"/>
          <p:nvPr/>
        </p:nvSpPr>
        <p:spPr>
          <a:xfrm>
            <a:off x="3576163" y="5984656"/>
            <a:ext cx="72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0.25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687290-145B-6244-0C2A-93001910EB05}"/>
              </a:ext>
            </a:extLst>
          </p:cNvPr>
          <p:cNvSpPr txBox="1"/>
          <p:nvPr/>
        </p:nvSpPr>
        <p:spPr>
          <a:xfrm>
            <a:off x="5919791" y="5984656"/>
            <a:ext cx="71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0.50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603583-2C18-9F82-E29B-DC031F9C39E3}"/>
              </a:ext>
            </a:extLst>
          </p:cNvPr>
          <p:cNvSpPr txBox="1"/>
          <p:nvPr/>
        </p:nvSpPr>
        <p:spPr>
          <a:xfrm>
            <a:off x="8232462" y="5984656"/>
            <a:ext cx="72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0.75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E2C7EB-AD8E-B633-A970-548ABEAACFFD}"/>
              </a:ext>
            </a:extLst>
          </p:cNvPr>
          <p:cNvSpPr txBox="1"/>
          <p:nvPr/>
        </p:nvSpPr>
        <p:spPr>
          <a:xfrm>
            <a:off x="10365016" y="5984656"/>
            <a:ext cx="85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dirty="0">
                <a:solidFill>
                  <a:schemeClr val="bg1"/>
                </a:solidFill>
              </a:rPr>
              <a:t>1.00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3F09CD2-1B68-03AE-1AE8-33BEBE18CA6F}"/>
              </a:ext>
            </a:extLst>
          </p:cNvPr>
          <p:cNvGrpSpPr/>
          <p:nvPr/>
        </p:nvGrpSpPr>
        <p:grpSpPr>
          <a:xfrm rot="5400000" flipH="1">
            <a:off x="2481931" y="5318246"/>
            <a:ext cx="595884" cy="618174"/>
            <a:chOff x="475488" y="1595628"/>
            <a:chExt cx="3666744" cy="380390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2ABE1F1-D1CF-473E-D629-448B41C81BD0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8" name="Partial Circle 27">
              <a:extLst>
                <a:ext uri="{FF2B5EF4-FFF2-40B4-BE49-F238E27FC236}">
                  <a16:creationId xmlns:a16="http://schemas.microsoft.com/office/drawing/2014/main" id="{68A28A78-7DA0-570D-D8B1-732C62E687CA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2383320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F348D9A-A96E-F05E-7895-1FD40BBC0559}"/>
              </a:ext>
            </a:extLst>
          </p:cNvPr>
          <p:cNvGrpSpPr/>
          <p:nvPr/>
        </p:nvGrpSpPr>
        <p:grpSpPr>
          <a:xfrm rot="5400000" flipH="1">
            <a:off x="4826797" y="5318246"/>
            <a:ext cx="595884" cy="618174"/>
            <a:chOff x="475488" y="1595628"/>
            <a:chExt cx="3666744" cy="3803904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95413FB-A0F8-29C0-9409-178EFA2244D3}"/>
                </a:ext>
              </a:extLst>
            </p:cNvPr>
            <p:cNvSpPr/>
            <p:nvPr/>
          </p:nvSpPr>
          <p:spPr>
            <a:xfrm>
              <a:off x="475488" y="1595628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6" name="Partial Circle 25">
              <a:extLst>
                <a:ext uri="{FF2B5EF4-FFF2-40B4-BE49-F238E27FC236}">
                  <a16:creationId xmlns:a16="http://schemas.microsoft.com/office/drawing/2014/main" id="{4D79CDA5-C890-A6A4-3321-0BC41640F6B3}"/>
                </a:ext>
              </a:extLst>
            </p:cNvPr>
            <p:cNvSpPr/>
            <p:nvPr/>
          </p:nvSpPr>
          <p:spPr>
            <a:xfrm rot="16200000">
              <a:off x="406908" y="1664208"/>
              <a:ext cx="3803904" cy="3666744"/>
            </a:xfrm>
            <a:prstGeom prst="pie">
              <a:avLst>
                <a:gd name="adj1" fmla="val 18731689"/>
                <a:gd name="adj2" fmla="val 541845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2A60145-12C0-6984-13DA-722480E3ECC5}"/>
              </a:ext>
            </a:extLst>
          </p:cNvPr>
          <p:cNvGrpSpPr/>
          <p:nvPr/>
        </p:nvGrpSpPr>
        <p:grpSpPr>
          <a:xfrm rot="16200000" flipH="1">
            <a:off x="7138230" y="5329391"/>
            <a:ext cx="595884" cy="595884"/>
            <a:chOff x="8145780" y="1528572"/>
            <a:chExt cx="3666744" cy="366674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4D63538-7985-9DB0-C216-101780C3AC8F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4" name="Partial Circle 23">
              <a:extLst>
                <a:ext uri="{FF2B5EF4-FFF2-40B4-BE49-F238E27FC236}">
                  <a16:creationId xmlns:a16="http://schemas.microsoft.com/office/drawing/2014/main" id="{D6D23BDD-36DF-2786-2912-E1DE877673AC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2132216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B055002-60C4-6D1C-052F-01DE56C4580F}"/>
              </a:ext>
            </a:extLst>
          </p:cNvPr>
          <p:cNvGrpSpPr/>
          <p:nvPr/>
        </p:nvGrpSpPr>
        <p:grpSpPr>
          <a:xfrm rot="16200000" flipH="1">
            <a:off x="9460806" y="5329390"/>
            <a:ext cx="595884" cy="595884"/>
            <a:chOff x="8145780" y="1528572"/>
            <a:chExt cx="3666744" cy="366674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65E267E-16D3-1178-23C5-D406B93D10B2}"/>
                </a:ext>
              </a:extLst>
            </p:cNvPr>
            <p:cNvSpPr/>
            <p:nvPr/>
          </p:nvSpPr>
          <p:spPr>
            <a:xfrm>
              <a:off x="8145780" y="1528572"/>
              <a:ext cx="3666744" cy="366674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2" name="Partial Circle 21">
              <a:extLst>
                <a:ext uri="{FF2B5EF4-FFF2-40B4-BE49-F238E27FC236}">
                  <a16:creationId xmlns:a16="http://schemas.microsoft.com/office/drawing/2014/main" id="{25403EB0-F503-E066-9AE2-A521806C6D13}"/>
                </a:ext>
              </a:extLst>
            </p:cNvPr>
            <p:cNvSpPr/>
            <p:nvPr/>
          </p:nvSpPr>
          <p:spPr>
            <a:xfrm rot="16200000">
              <a:off x="8145780" y="1528572"/>
              <a:ext cx="3666744" cy="3666744"/>
            </a:xfrm>
            <a:prstGeom prst="pie">
              <a:avLst>
                <a:gd name="adj1" fmla="val 19080414"/>
                <a:gd name="adj2" fmla="val 1621228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81EF4C-2779-0927-512C-7A82A77D0534}"/>
              </a:ext>
            </a:extLst>
          </p:cNvPr>
          <p:cNvCxnSpPr/>
          <p:nvPr/>
        </p:nvCxnSpPr>
        <p:spPr>
          <a:xfrm>
            <a:off x="1629730" y="6546362"/>
            <a:ext cx="9425181" cy="0"/>
          </a:xfrm>
          <a:prstGeom prst="straightConnector1">
            <a:avLst/>
          </a:prstGeom>
          <a:ln w="38100">
            <a:gradFill flip="none" rotWithShape="1">
              <a:gsLst>
                <a:gs pos="13000">
                  <a:schemeClr val="tx1">
                    <a:lumMod val="75000"/>
                    <a:lumOff val="25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D2BF7B1-A164-6E28-B6CF-30C846C29FFC}"/>
              </a:ext>
            </a:extLst>
          </p:cNvPr>
          <p:cNvGrpSpPr/>
          <p:nvPr/>
        </p:nvGrpSpPr>
        <p:grpSpPr>
          <a:xfrm>
            <a:off x="840509" y="350981"/>
            <a:ext cx="10751127" cy="4729019"/>
            <a:chOff x="840509" y="350981"/>
            <a:chExt cx="10751127" cy="4729019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FF3F03A-BEA4-3E4E-82EE-4DAAA96106E2}"/>
                </a:ext>
              </a:extLst>
            </p:cNvPr>
            <p:cNvCxnSpPr/>
            <p:nvPr/>
          </p:nvCxnSpPr>
          <p:spPr>
            <a:xfrm>
              <a:off x="840509" y="5070764"/>
              <a:ext cx="10751127" cy="0"/>
            </a:xfrm>
            <a:prstGeom prst="straightConnector1">
              <a:avLst/>
            </a:prstGeom>
            <a:ln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5E80D1D-8767-8968-BEF8-799C274CA07E}"/>
                </a:ext>
              </a:extLst>
            </p:cNvPr>
            <p:cNvCxnSpPr/>
            <p:nvPr/>
          </p:nvCxnSpPr>
          <p:spPr>
            <a:xfrm flipV="1">
              <a:off x="840509" y="350981"/>
              <a:ext cx="0" cy="4729019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ree-form: Shape 40">
            <a:extLst>
              <a:ext uri="{FF2B5EF4-FFF2-40B4-BE49-F238E27FC236}">
                <a16:creationId xmlns:a16="http://schemas.microsoft.com/office/drawing/2014/main" id="{59804AEA-D675-C070-AC73-E644C9FF0FDE}"/>
              </a:ext>
            </a:extLst>
          </p:cNvPr>
          <p:cNvSpPr/>
          <p:nvPr/>
        </p:nvSpPr>
        <p:spPr>
          <a:xfrm>
            <a:off x="1607127" y="1099367"/>
            <a:ext cx="9384146" cy="3940020"/>
          </a:xfrm>
          <a:custGeom>
            <a:avLst/>
            <a:gdLst>
              <a:gd name="csX0" fmla="*/ 0 w 9384146"/>
              <a:gd name="csY0" fmla="*/ 3805142 h 3940020"/>
              <a:gd name="csX1" fmla="*/ 443346 w 9384146"/>
              <a:gd name="csY1" fmla="*/ 295324 h 3940020"/>
              <a:gd name="csX2" fmla="*/ 572655 w 9384146"/>
              <a:gd name="csY2" fmla="*/ 443106 h 3940020"/>
              <a:gd name="csX3" fmla="*/ 1062182 w 9384146"/>
              <a:gd name="csY3" fmla="*/ 2475106 h 3940020"/>
              <a:gd name="csX4" fmla="*/ 2419928 w 9384146"/>
              <a:gd name="csY4" fmla="*/ 3380269 h 3940020"/>
              <a:gd name="csX5" fmla="*/ 6733309 w 9384146"/>
              <a:gd name="csY5" fmla="*/ 3860560 h 3940020"/>
              <a:gd name="csX6" fmla="*/ 9384146 w 9384146"/>
              <a:gd name="csY6" fmla="*/ 3934451 h 39400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384146" h="3940020">
                <a:moveTo>
                  <a:pt x="0" y="3805142"/>
                </a:moveTo>
                <a:cubicBezTo>
                  <a:pt x="173952" y="2330402"/>
                  <a:pt x="347904" y="855663"/>
                  <a:pt x="443346" y="295324"/>
                </a:cubicBezTo>
                <a:cubicBezTo>
                  <a:pt x="538789" y="-265015"/>
                  <a:pt x="469516" y="79809"/>
                  <a:pt x="572655" y="443106"/>
                </a:cubicBezTo>
                <a:cubicBezTo>
                  <a:pt x="675794" y="806403"/>
                  <a:pt x="754303" y="1985579"/>
                  <a:pt x="1062182" y="2475106"/>
                </a:cubicBezTo>
                <a:cubicBezTo>
                  <a:pt x="1370061" y="2964633"/>
                  <a:pt x="1474740" y="3149360"/>
                  <a:pt x="2419928" y="3380269"/>
                </a:cubicBezTo>
                <a:cubicBezTo>
                  <a:pt x="3365116" y="3611178"/>
                  <a:pt x="5572606" y="3768196"/>
                  <a:pt x="6733309" y="3860560"/>
                </a:cubicBezTo>
                <a:cubicBezTo>
                  <a:pt x="7894012" y="3952924"/>
                  <a:pt x="8639079" y="3943687"/>
                  <a:pt x="9384146" y="3934451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BEA0A9-0435-789D-D1ED-A8B6DA61E445}"/>
              </a:ext>
            </a:extLst>
          </p:cNvPr>
          <p:cNvSpPr txBox="1"/>
          <p:nvPr/>
        </p:nvSpPr>
        <p:spPr>
          <a:xfrm rot="5400000">
            <a:off x="-1384781" y="2547851"/>
            <a:ext cx="4062651" cy="15713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NZ" sz="1200" dirty="0">
                <a:solidFill>
                  <a:schemeClr val="bg1"/>
                </a:solidFill>
              </a:rPr>
              <a:t>Relative </a:t>
            </a:r>
          </a:p>
          <a:p>
            <a:endParaRPr lang="en-NZ" sz="1200" dirty="0">
              <a:solidFill>
                <a:schemeClr val="bg1"/>
              </a:solidFill>
            </a:endParaRPr>
          </a:p>
          <a:p>
            <a:endParaRPr lang="en-NZ" sz="1200" dirty="0">
              <a:solidFill>
                <a:schemeClr val="bg1"/>
              </a:solidFill>
            </a:endParaRPr>
          </a:p>
          <a:p>
            <a:r>
              <a:rPr lang="en-NZ" sz="1200" dirty="0">
                <a:solidFill>
                  <a:schemeClr val="bg1"/>
                </a:solidFill>
              </a:rPr>
              <a:t>Probability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D5BB6C-8375-BCB2-1175-3E62669143A6}"/>
              </a:ext>
            </a:extLst>
          </p:cNvPr>
          <p:cNvSpPr txBox="1"/>
          <p:nvPr/>
        </p:nvSpPr>
        <p:spPr>
          <a:xfrm>
            <a:off x="3654365" y="1892808"/>
            <a:ext cx="6257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This is the probability of the sample given each hypothesis. What we are interested in is the </a:t>
            </a:r>
            <a:r>
              <a:rPr lang="en-NZ" b="1" u="sng" dirty="0">
                <a:solidFill>
                  <a:schemeClr val="bg1"/>
                </a:solidFill>
              </a:rPr>
              <a:t>probability of the hypothesis given the sample.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B4D2D2E-F21A-AF82-B191-6D5148360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07" y="92975"/>
            <a:ext cx="2816165" cy="1325563"/>
          </a:xfrm>
        </p:spPr>
        <p:txBody>
          <a:bodyPr/>
          <a:lstStyle/>
          <a:p>
            <a:r>
              <a:rPr lang="en-NZ" dirty="0">
                <a:solidFill>
                  <a:schemeClr val="bg1"/>
                </a:solidFill>
              </a:rPr>
              <a:t>ALSO</a:t>
            </a:r>
          </a:p>
        </p:txBody>
      </p:sp>
    </p:spTree>
    <p:extLst>
      <p:ext uri="{BB962C8B-B14F-4D97-AF65-F5344CB8AC3E}">
        <p14:creationId xmlns:p14="http://schemas.microsoft.com/office/powerpoint/2010/main" val="3255561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7943-6760-FA5B-63B3-9387F51B0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chemeClr val="bg1"/>
                </a:solidFill>
              </a:rPr>
              <a:t>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7F6598-6526-BE76-CB00-269FFDC4B236}"/>
                  </a:ext>
                </a:extLst>
              </p:cNvPr>
              <p:cNvSpPr txBox="1"/>
              <p:nvPr/>
            </p:nvSpPr>
            <p:spPr>
              <a:xfrm>
                <a:off x="0" y="2847334"/>
                <a:ext cx="12192000" cy="1163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NZ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𝑝𝑜𝑝𝑢𝑙𝑎𝑡𝑖𝑜𝑛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𝑠𝑎𝑚𝑝𝑙𝑒</m:t>
                              </m:r>
                            </m:sub>
                          </m:sSub>
                        </m:e>
                      </m:d>
                      <m:r>
                        <a:rPr lang="en-NZ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NZ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NZ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𝑠𝑎𝑚𝑝𝑙𝑒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NZ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NZ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𝑝𝑜𝑝𝑢𝑙𝑎𝑡𝑖𝑜𝑛</m:t>
                                  </m:r>
                                </m:sub>
                              </m:sSub>
                            </m:e>
                          </m:d>
                          <m:r>
                            <a:rPr lang="en-NZ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NZ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NZ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𝑝𝑜𝑝𝑢𝑙𝑎𝑡𝑖𝑜𝑛</m:t>
                              </m:r>
                            </m:sub>
                          </m:sSub>
                          <m:r>
                            <a:rPr lang="en-NZ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NZ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NZ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𝑠𝑎𝑚𝑝𝑙𝑒</m:t>
                              </m:r>
                            </m:sub>
                          </m:sSub>
                          <m:r>
                            <a:rPr lang="en-NZ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NZ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NZ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7F6598-6526-BE76-CB00-269FFDC4B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47334"/>
                <a:ext cx="12192000" cy="1163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3456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78AF1-F5C4-1EB8-9E6A-0F21A755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B907-53EA-DE76-4C36-195D319D1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chemeClr val="bg1"/>
                </a:solidFill>
              </a:rPr>
              <a:t>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282B23-C489-F19B-7D00-3C13D8D3235B}"/>
                  </a:ext>
                </a:extLst>
              </p:cNvPr>
              <p:cNvSpPr txBox="1"/>
              <p:nvPr/>
            </p:nvSpPr>
            <p:spPr>
              <a:xfrm>
                <a:off x="0" y="2847334"/>
                <a:ext cx="12192000" cy="1163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NZ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𝑝𝑜𝑝𝑢𝑙𝑎𝑡𝑖𝑜𝑛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𝑠𝑎𝑚𝑝𝑙𝑒</m:t>
                              </m:r>
                            </m:sub>
                          </m:sSub>
                        </m:e>
                      </m:d>
                      <m:r>
                        <a:rPr lang="en-NZ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NZ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sz="32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NZ" sz="32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sz="3200" b="0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sz="3200" b="0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NZ" sz="3200" b="0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𝑠𝑎𝑚𝑝𝑙𝑒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NZ" sz="3200" b="0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sz="3200" b="0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NZ" sz="3200" b="0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𝑝𝑜𝑝𝑢𝑙𝑎𝑡𝑖𝑜𝑛</m:t>
                                  </m:r>
                                </m:sub>
                              </m:sSub>
                            </m:e>
                          </m:d>
                          <m:r>
                            <a:rPr lang="en-NZ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NZ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NZ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NZ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NZ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𝑝𝑜𝑝𝑢𝑙𝑎𝑡𝑖𝑜𝑛</m:t>
                              </m:r>
                            </m:sub>
                          </m:sSub>
                          <m:r>
                            <a:rPr lang="en-NZ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NZ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NZ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NZ" sz="32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sz="32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NZ" sz="32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𝑠𝑎𝑚𝑝𝑙𝑒</m:t>
                              </m:r>
                            </m:sub>
                          </m:sSub>
                          <m:r>
                            <a:rPr lang="en-NZ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NZ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NZ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282B23-C489-F19B-7D00-3C13D8D32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47334"/>
                <a:ext cx="12192000" cy="1163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0836D52-9CCD-7BBE-1FEA-216F3ADAD9E4}"/>
              </a:ext>
            </a:extLst>
          </p:cNvPr>
          <p:cNvSpPr txBox="1"/>
          <p:nvPr/>
        </p:nvSpPr>
        <p:spPr>
          <a:xfrm>
            <a:off x="4642104" y="2021776"/>
            <a:ext cx="2907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Likelihood (what we have computed so far)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5458D-DB9E-A7CB-70E4-4979B83B54FD}"/>
              </a:ext>
            </a:extLst>
          </p:cNvPr>
          <p:cNvSpPr txBox="1"/>
          <p:nvPr/>
        </p:nvSpPr>
        <p:spPr>
          <a:xfrm>
            <a:off x="9116568" y="2021776"/>
            <a:ext cx="2237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accent6">
                    <a:lumMod val="75000"/>
                  </a:schemeClr>
                </a:solidFill>
              </a:rPr>
              <a:t>Prior (we have to define it)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FB3FE-3E2E-A5AA-A5BB-2F8D943A8E2B}"/>
              </a:ext>
            </a:extLst>
          </p:cNvPr>
          <p:cNvSpPr txBox="1"/>
          <p:nvPr/>
        </p:nvSpPr>
        <p:spPr>
          <a:xfrm>
            <a:off x="6519672" y="4107597"/>
            <a:ext cx="3291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rgbClr val="FFC000"/>
                </a:solidFill>
              </a:rPr>
              <a:t>Average Probability of the Data</a:t>
            </a:r>
          </a:p>
          <a:p>
            <a:r>
              <a:rPr lang="en-NZ" dirty="0">
                <a:solidFill>
                  <a:srgbClr val="FFC000"/>
                </a:solidFill>
              </a:rPr>
              <a:t>Marginal Likelihood</a:t>
            </a:r>
          </a:p>
        </p:txBody>
      </p:sp>
    </p:spTree>
    <p:extLst>
      <p:ext uri="{BB962C8B-B14F-4D97-AF65-F5344CB8AC3E}">
        <p14:creationId xmlns:p14="http://schemas.microsoft.com/office/powerpoint/2010/main" val="9797188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D870B-4C7F-892B-242F-9AFBB8EEE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ACD8-6F57-A9BF-0982-02A05D608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chemeClr val="bg1"/>
                </a:solidFill>
              </a:rPr>
              <a:t>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48D56-4FAF-8E34-50E7-A185FE101B18}"/>
                  </a:ext>
                </a:extLst>
              </p:cNvPr>
              <p:cNvSpPr txBox="1"/>
              <p:nvPr/>
            </p:nvSpPr>
            <p:spPr>
              <a:xfrm>
                <a:off x="0" y="2847334"/>
                <a:ext cx="12192000" cy="1163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NZ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𝑝𝑜𝑝𝑢𝑙𝑎𝑡𝑖𝑜𝑛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NZ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𝑠𝑎𝑚𝑝𝑙𝑒</m:t>
                              </m:r>
                            </m:sub>
                          </m:sSub>
                        </m:e>
                      </m:d>
                      <m:r>
                        <a:rPr lang="en-NZ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NZ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sz="32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NZ" sz="32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sz="3200" b="0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sz="3200" b="0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NZ" sz="3200" b="0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𝑠𝑎𝑚𝑝𝑙𝑒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NZ" sz="3200" b="0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sz="3200" b="0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NZ" sz="3200" b="0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𝑝𝑜𝑝𝑢𝑙𝑎𝑡𝑖𝑜𝑛</m:t>
                                  </m:r>
                                </m:sub>
                              </m:sSub>
                            </m:e>
                          </m:d>
                          <m:r>
                            <a:rPr lang="en-NZ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NZ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NZ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NZ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NZ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𝑝𝑜𝑝𝑢𝑙𝑎𝑡𝑖𝑜𝑛</m:t>
                              </m:r>
                            </m:sub>
                          </m:sSub>
                          <m:r>
                            <a:rPr lang="en-NZ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NZ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NZ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NZ" sz="32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sz="32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NZ" sz="32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𝑠𝑎𝑚𝑝𝑙𝑒</m:t>
                              </m:r>
                            </m:sub>
                          </m:sSub>
                          <m:r>
                            <a:rPr lang="en-NZ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NZ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NZ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48D56-4FAF-8E34-50E7-A185FE101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47334"/>
                <a:ext cx="12192000" cy="1163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58EC206-06FE-AFB2-C198-3D70088C2A03}"/>
              </a:ext>
            </a:extLst>
          </p:cNvPr>
          <p:cNvSpPr txBox="1"/>
          <p:nvPr/>
        </p:nvSpPr>
        <p:spPr>
          <a:xfrm>
            <a:off x="4642104" y="2021776"/>
            <a:ext cx="2907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Likelihood (what we have computed so far)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AC9FD8-AB2A-6BBB-7FFD-2D79C860459F}"/>
              </a:ext>
            </a:extLst>
          </p:cNvPr>
          <p:cNvSpPr txBox="1"/>
          <p:nvPr/>
        </p:nvSpPr>
        <p:spPr>
          <a:xfrm>
            <a:off x="9116568" y="2021776"/>
            <a:ext cx="2237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accent6">
                    <a:lumMod val="75000"/>
                  </a:schemeClr>
                </a:solidFill>
              </a:rPr>
              <a:t>Prior (we have to define it)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339FC-6A84-15D9-94AE-351EE2BEEBD6}"/>
              </a:ext>
            </a:extLst>
          </p:cNvPr>
          <p:cNvSpPr txBox="1"/>
          <p:nvPr/>
        </p:nvSpPr>
        <p:spPr>
          <a:xfrm>
            <a:off x="6519672" y="4107597"/>
            <a:ext cx="3291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rgbClr val="FFC000"/>
                </a:solidFill>
              </a:rPr>
              <a:t>Average Probability of the Data</a:t>
            </a:r>
          </a:p>
          <a:p>
            <a:r>
              <a:rPr lang="en-NZ" dirty="0">
                <a:solidFill>
                  <a:srgbClr val="FFC000"/>
                </a:solidFill>
              </a:rPr>
              <a:t>Marginal Likelihood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579282-7143-0B0E-FB4B-29692A33B629}"/>
              </a:ext>
            </a:extLst>
          </p:cNvPr>
          <p:cNvSpPr txBox="1"/>
          <p:nvPr/>
        </p:nvSpPr>
        <p:spPr>
          <a:xfrm>
            <a:off x="6519672" y="5129784"/>
            <a:ext cx="5321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rgbClr val="FFC000"/>
                </a:solidFill>
              </a:rPr>
              <a:t>Averaged over the prior</a:t>
            </a:r>
          </a:p>
          <a:p>
            <a:r>
              <a:rPr lang="en-NZ" dirty="0">
                <a:solidFill>
                  <a:srgbClr val="FFC000"/>
                </a:solidFill>
              </a:rPr>
              <a:t>Formally, it is the integral of the probability of Aphantasia in the sample over all the possible proportions of  aphantasia in the population</a:t>
            </a:r>
          </a:p>
        </p:txBody>
      </p:sp>
    </p:spTree>
    <p:extLst>
      <p:ext uri="{BB962C8B-B14F-4D97-AF65-F5344CB8AC3E}">
        <p14:creationId xmlns:p14="http://schemas.microsoft.com/office/powerpoint/2010/main" val="3083357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179C08D-9466-D6AF-1768-2D15234F4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4352676">
            <a:off x="4871832" y="1809751"/>
            <a:ext cx="5029200" cy="3238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C37C86-4D3E-6198-D215-264A86F040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rot="19083027">
            <a:off x="507296" y="1334215"/>
            <a:ext cx="4622361" cy="30815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2A3FEF-2390-B3A7-16CB-0A617386E889}"/>
              </a:ext>
            </a:extLst>
          </p:cNvPr>
          <p:cNvSpPr txBox="1"/>
          <p:nvPr/>
        </p:nvSpPr>
        <p:spPr>
          <a:xfrm>
            <a:off x="0" y="2875002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6600" dirty="0">
                <a:solidFill>
                  <a:schemeClr val="bg1"/>
                </a:solidFill>
              </a:rPr>
              <a:t>LET’S CODE THIS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2355D-7B82-E048-832B-9845151ADD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 rot="19519111">
            <a:off x="9304895" y="439671"/>
            <a:ext cx="1951478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63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2793</TotalTime>
  <Words>826</Words>
  <Application>Microsoft Office PowerPoint</Application>
  <PresentationFormat>Widescreen</PresentationFormat>
  <Paragraphs>255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Office Theme</vt:lpstr>
      <vt:lpstr>Bayesian Engine</vt:lpstr>
      <vt:lpstr>Coming up…</vt:lpstr>
      <vt:lpstr>A note</vt:lpstr>
      <vt:lpstr>A note</vt:lpstr>
      <vt:lpstr>Aphantasia</vt:lpstr>
      <vt:lpstr>Aphantasia</vt:lpstr>
      <vt:lpstr>Aphantasia</vt:lpstr>
      <vt:lpstr>PowerPoint Presentation</vt:lpstr>
      <vt:lpstr>PowerPoint Presentation</vt:lpstr>
      <vt:lpstr>The long inefficient way: counting</vt:lpstr>
      <vt:lpstr>The long inefficient way: counting</vt:lpstr>
      <vt:lpstr>The long inefficient way: counting</vt:lpstr>
      <vt:lpstr>The long inefficient way: counting</vt:lpstr>
      <vt:lpstr>The long inefficient way: counting</vt:lpstr>
      <vt:lpstr>The long inefficient way: counting</vt:lpstr>
      <vt:lpstr>The long inefficient way: counting</vt:lpstr>
      <vt:lpstr>The long inefficient way: counting</vt:lpstr>
      <vt:lpstr>The long inefficient way: counting</vt:lpstr>
      <vt:lpstr>PowerPoint Presentation</vt:lpstr>
      <vt:lpstr>PowerPoint Presentation</vt:lpstr>
      <vt:lpstr>PowerPoint Presentation</vt:lpstr>
      <vt:lpstr>ALSO</vt:lpstr>
      <vt:lpstr>Bayes Theorem</vt:lpstr>
      <vt:lpstr>Bayes Theorem</vt:lpstr>
      <vt:lpstr>Bayes Theorem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Scanzi</dc:creator>
  <cp:lastModifiedBy>Daniele Scanzi</cp:lastModifiedBy>
  <cp:revision>45</cp:revision>
  <dcterms:created xsi:type="dcterms:W3CDTF">2026-04-10T04:57:37Z</dcterms:created>
  <dcterms:modified xsi:type="dcterms:W3CDTF">2026-04-19T21:17:54Z</dcterms:modified>
</cp:coreProperties>
</file>