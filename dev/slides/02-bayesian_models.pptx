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7E6871-A925-4E99-9876-E4F66BA70557}" v="15" dt="2026-03-05T21:07:45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Scanzi" userId="62728386-05dc-46e9-94a0-316b41281921" providerId="ADAL" clId="{8D6CE834-E1DA-4A40-9A07-D00F6680134A}"/>
    <pc:docChg chg="custSel modSld">
      <pc:chgData name="Daniele Scanzi" userId="62728386-05dc-46e9-94a0-316b41281921" providerId="ADAL" clId="{8D6CE834-E1DA-4A40-9A07-D00F6680134A}" dt="2026-03-05T21:07:45.553" v="38"/>
      <pc:docMkLst>
        <pc:docMk/>
      </pc:docMkLst>
      <pc:sldChg chg="delSp modSp mod">
        <pc:chgData name="Daniele Scanzi" userId="62728386-05dc-46e9-94a0-316b41281921" providerId="ADAL" clId="{8D6CE834-E1DA-4A40-9A07-D00F6680134A}" dt="2026-03-05T21:05:46.592" v="17" actId="207"/>
        <pc:sldMkLst>
          <pc:docMk/>
          <pc:sldMk cId="1870534337" sldId="256"/>
        </pc:sldMkLst>
        <pc:spChg chg="mod">
          <ac:chgData name="Daniele Scanzi" userId="62728386-05dc-46e9-94a0-316b41281921" providerId="ADAL" clId="{8D6CE834-E1DA-4A40-9A07-D00F6680134A}" dt="2026-03-05T21:05:46.592" v="17" actId="207"/>
          <ac:spMkLst>
            <pc:docMk/>
            <pc:sldMk cId="1870534337" sldId="256"/>
            <ac:spMk id="2" creationId="{249092D3-0E53-E96D-D818-366ADB100BCF}"/>
          </ac:spMkLst>
        </pc:spChg>
        <pc:spChg chg="del">
          <ac:chgData name="Daniele Scanzi" userId="62728386-05dc-46e9-94a0-316b41281921" providerId="ADAL" clId="{8D6CE834-E1DA-4A40-9A07-D00F6680134A}" dt="2026-03-05T21:05:38.360" v="15" actId="478"/>
          <ac:spMkLst>
            <pc:docMk/>
            <pc:sldMk cId="1870534337" sldId="256"/>
            <ac:spMk id="3" creationId="{FB130242-37FB-0EA2-128E-6EF763F12D8C}"/>
          </ac:spMkLst>
        </pc:spChg>
      </pc:sldChg>
      <pc:sldChg chg="modSp">
        <pc:chgData name="Daniele Scanzi" userId="62728386-05dc-46e9-94a0-316b41281921" providerId="ADAL" clId="{8D6CE834-E1DA-4A40-9A07-D00F6680134A}" dt="2026-03-05T21:06:30.743" v="25" actId="16959"/>
        <pc:sldMkLst>
          <pc:docMk/>
          <pc:sldMk cId="1160095423" sldId="257"/>
        </pc:sldMkLst>
        <pc:spChg chg="mod">
          <ac:chgData name="Daniele Scanzi" userId="62728386-05dc-46e9-94a0-316b41281921" providerId="ADAL" clId="{8D6CE834-E1DA-4A40-9A07-D00F6680134A}" dt="2026-03-05T21:06:30.743" v="25" actId="16959"/>
          <ac:spMkLst>
            <pc:docMk/>
            <pc:sldMk cId="1160095423" sldId="257"/>
            <ac:spMk id="4" creationId="{712DA96E-DC15-4DCA-BB63-F97109090178}"/>
          </ac:spMkLst>
        </pc:spChg>
      </pc:sldChg>
      <pc:sldChg chg="addSp delSp modSp mod">
        <pc:chgData name="Daniele Scanzi" userId="62728386-05dc-46e9-94a0-316b41281921" providerId="ADAL" clId="{8D6CE834-E1DA-4A40-9A07-D00F6680134A}" dt="2026-03-05T21:07:37.645" v="34" actId="164"/>
        <pc:sldMkLst>
          <pc:docMk/>
          <pc:sldMk cId="3846887763" sldId="258"/>
        </pc:sldMkLst>
        <pc:spChg chg="mod topLvl">
          <ac:chgData name="Daniele Scanzi" userId="62728386-05dc-46e9-94a0-316b41281921" providerId="ADAL" clId="{8D6CE834-E1DA-4A40-9A07-D00F6680134A}" dt="2026-03-05T21:07:37.645" v="34" actId="164"/>
          <ac:spMkLst>
            <pc:docMk/>
            <pc:sldMk cId="3846887763" sldId="258"/>
            <ac:spMk id="2" creationId="{9AE802D8-18FA-18E7-7B4E-AC9C9E9BC5FF}"/>
          </ac:spMkLst>
        </pc:spChg>
        <pc:spChg chg="mod">
          <ac:chgData name="Daniele Scanzi" userId="62728386-05dc-46e9-94a0-316b41281921" providerId="ADAL" clId="{8D6CE834-E1DA-4A40-9A07-D00F6680134A}" dt="2026-03-05T21:06:24.664" v="23" actId="16959"/>
          <ac:spMkLst>
            <pc:docMk/>
            <pc:sldMk cId="3846887763" sldId="258"/>
            <ac:spMk id="4" creationId="{8E3F5136-9A32-AA6C-FC45-00D407DA56D2}"/>
          </ac:spMkLst>
        </pc:spChg>
        <pc:grpChg chg="del">
          <ac:chgData name="Daniele Scanzi" userId="62728386-05dc-46e9-94a0-316b41281921" providerId="ADAL" clId="{8D6CE834-E1DA-4A40-9A07-D00F6680134A}" dt="2026-03-05T21:07:24.875" v="31" actId="165"/>
          <ac:grpSpMkLst>
            <pc:docMk/>
            <pc:sldMk cId="3846887763" sldId="258"/>
            <ac:grpSpMk id="8" creationId="{2B76B06C-9DCD-7E2D-71FD-028643DCAA06}"/>
          </ac:grpSpMkLst>
        </pc:grpChg>
        <pc:grpChg chg="add mod">
          <ac:chgData name="Daniele Scanzi" userId="62728386-05dc-46e9-94a0-316b41281921" providerId="ADAL" clId="{8D6CE834-E1DA-4A40-9A07-D00F6680134A}" dt="2026-03-05T21:07:37.645" v="34" actId="164"/>
          <ac:grpSpMkLst>
            <pc:docMk/>
            <pc:sldMk cId="3846887763" sldId="258"/>
            <ac:grpSpMk id="10" creationId="{73052488-7635-1A9E-9D06-423EED7CD155}"/>
          </ac:grpSpMkLst>
        </pc:grpChg>
        <pc:cxnChg chg="mod topLvl">
          <ac:chgData name="Daniele Scanzi" userId="62728386-05dc-46e9-94a0-316b41281921" providerId="ADAL" clId="{8D6CE834-E1DA-4A40-9A07-D00F6680134A}" dt="2026-03-05T21:07:37.645" v="34" actId="164"/>
          <ac:cxnSpMkLst>
            <pc:docMk/>
            <pc:sldMk cId="3846887763" sldId="258"/>
            <ac:cxnSpMk id="5" creationId="{4A676217-FFEC-2914-E097-6AB5DE5C97E7}"/>
          </ac:cxnSpMkLst>
        </pc:cxnChg>
      </pc:sldChg>
      <pc:sldChg chg="addSp delSp modSp mod">
        <pc:chgData name="Daniele Scanzi" userId="62728386-05dc-46e9-94a0-316b41281921" providerId="ADAL" clId="{8D6CE834-E1DA-4A40-9A07-D00F6680134A}" dt="2026-03-05T21:07:42.157" v="36"/>
        <pc:sldMkLst>
          <pc:docMk/>
          <pc:sldMk cId="1415719418" sldId="259"/>
        </pc:sldMkLst>
        <pc:spChg chg="mod topLvl">
          <ac:chgData name="Daniele Scanzi" userId="62728386-05dc-46e9-94a0-316b41281921" providerId="ADAL" clId="{8D6CE834-E1DA-4A40-9A07-D00F6680134A}" dt="2026-03-05T21:06:56.170" v="28" actId="164"/>
          <ac:spMkLst>
            <pc:docMk/>
            <pc:sldMk cId="1415719418" sldId="259"/>
            <ac:spMk id="3" creationId="{33182FA5-36CD-4F48-A547-9BABBF672ACC}"/>
          </ac:spMkLst>
        </pc:spChg>
        <pc:spChg chg="mod">
          <ac:chgData name="Daniele Scanzi" userId="62728386-05dc-46e9-94a0-316b41281921" providerId="ADAL" clId="{8D6CE834-E1DA-4A40-9A07-D00F6680134A}" dt="2026-03-05T21:06:19.802" v="21" actId="16959"/>
          <ac:spMkLst>
            <pc:docMk/>
            <pc:sldMk cId="1415719418" sldId="259"/>
            <ac:spMk id="4" creationId="{806B9C73-4B34-691F-475B-EF86C07D2E48}"/>
          </ac:spMkLst>
        </pc:spChg>
        <pc:spChg chg="mod">
          <ac:chgData name="Daniele Scanzi" userId="62728386-05dc-46e9-94a0-316b41281921" providerId="ADAL" clId="{8D6CE834-E1DA-4A40-9A07-D00F6680134A}" dt="2026-03-05T21:07:42.157" v="36"/>
          <ac:spMkLst>
            <pc:docMk/>
            <pc:sldMk cId="1415719418" sldId="259"/>
            <ac:spMk id="14" creationId="{BFA9798B-E650-FF13-0EAE-554B53900EB6}"/>
          </ac:spMkLst>
        </pc:spChg>
        <pc:grpChg chg="del">
          <ac:chgData name="Daniele Scanzi" userId="62728386-05dc-46e9-94a0-316b41281921" providerId="ADAL" clId="{8D6CE834-E1DA-4A40-9A07-D00F6680134A}" dt="2026-03-05T21:07:41.774" v="35" actId="478"/>
          <ac:grpSpMkLst>
            <pc:docMk/>
            <pc:sldMk cId="1415719418" sldId="259"/>
            <ac:grpSpMk id="8" creationId="{3D44CB9E-2C5C-EE32-22AD-5116BC2FEDC6}"/>
          </ac:grpSpMkLst>
        </pc:grpChg>
        <pc:grpChg chg="del">
          <ac:chgData name="Daniele Scanzi" userId="62728386-05dc-46e9-94a0-316b41281921" providerId="ADAL" clId="{8D6CE834-E1DA-4A40-9A07-D00F6680134A}" dt="2026-03-05T21:06:48.776" v="26" actId="165"/>
          <ac:grpSpMkLst>
            <pc:docMk/>
            <pc:sldMk cId="1415719418" sldId="259"/>
            <ac:grpSpMk id="10" creationId="{A06863AF-B8D1-1C29-3207-3C490557BC21}"/>
          </ac:grpSpMkLst>
        </pc:grpChg>
        <pc:grpChg chg="add mod">
          <ac:chgData name="Daniele Scanzi" userId="62728386-05dc-46e9-94a0-316b41281921" providerId="ADAL" clId="{8D6CE834-E1DA-4A40-9A07-D00F6680134A}" dt="2026-03-05T21:06:56.170" v="28" actId="164"/>
          <ac:grpSpMkLst>
            <pc:docMk/>
            <pc:sldMk cId="1415719418" sldId="259"/>
            <ac:grpSpMk id="12" creationId="{67744064-451B-A1A6-40B3-7061F647A68A}"/>
          </ac:grpSpMkLst>
        </pc:grpChg>
        <pc:grpChg chg="add mod">
          <ac:chgData name="Daniele Scanzi" userId="62728386-05dc-46e9-94a0-316b41281921" providerId="ADAL" clId="{8D6CE834-E1DA-4A40-9A07-D00F6680134A}" dt="2026-03-05T21:07:42.157" v="36"/>
          <ac:grpSpMkLst>
            <pc:docMk/>
            <pc:sldMk cId="1415719418" sldId="259"/>
            <ac:grpSpMk id="13" creationId="{F7381BE6-31CB-1748-66C0-92EB11DF302C}"/>
          </ac:grpSpMkLst>
        </pc:grpChg>
        <pc:cxnChg chg="mod">
          <ac:chgData name="Daniele Scanzi" userId="62728386-05dc-46e9-94a0-316b41281921" providerId="ADAL" clId="{8D6CE834-E1DA-4A40-9A07-D00F6680134A}" dt="2026-03-05T21:07:41.774" v="35" actId="478"/>
          <ac:cxnSpMkLst>
            <pc:docMk/>
            <pc:sldMk cId="1415719418" sldId="259"/>
            <ac:cxnSpMk id="5" creationId="{38BE8E70-F8F4-B7A3-800D-BDFF2FD3974A}"/>
          </ac:cxnSpMkLst>
        </pc:cxnChg>
        <pc:cxnChg chg="mod topLvl">
          <ac:chgData name="Daniele Scanzi" userId="62728386-05dc-46e9-94a0-316b41281921" providerId="ADAL" clId="{8D6CE834-E1DA-4A40-9A07-D00F6680134A}" dt="2026-03-05T21:06:56.170" v="28" actId="164"/>
          <ac:cxnSpMkLst>
            <pc:docMk/>
            <pc:sldMk cId="1415719418" sldId="259"/>
            <ac:cxnSpMk id="7" creationId="{D085883F-E39F-5874-BFCA-A589DBFA5B14}"/>
          </ac:cxnSpMkLst>
        </pc:cxnChg>
        <pc:cxnChg chg="mod">
          <ac:chgData name="Daniele Scanzi" userId="62728386-05dc-46e9-94a0-316b41281921" providerId="ADAL" clId="{8D6CE834-E1DA-4A40-9A07-D00F6680134A}" dt="2026-03-05T21:07:42.157" v="36"/>
          <ac:cxnSpMkLst>
            <pc:docMk/>
            <pc:sldMk cId="1415719418" sldId="259"/>
            <ac:cxnSpMk id="15" creationId="{75B1296B-E4AF-41E3-707B-D04797F6807B}"/>
          </ac:cxnSpMkLst>
        </pc:cxnChg>
      </pc:sldChg>
      <pc:sldChg chg="addSp delSp modSp mod">
        <pc:chgData name="Daniele Scanzi" userId="62728386-05dc-46e9-94a0-316b41281921" providerId="ADAL" clId="{8D6CE834-E1DA-4A40-9A07-D00F6680134A}" dt="2026-03-05T21:07:45.553" v="38"/>
        <pc:sldMkLst>
          <pc:docMk/>
          <pc:sldMk cId="483056992" sldId="260"/>
        </pc:sldMkLst>
        <pc:spChg chg="mod">
          <ac:chgData name="Daniele Scanzi" userId="62728386-05dc-46e9-94a0-316b41281921" providerId="ADAL" clId="{8D6CE834-E1DA-4A40-9A07-D00F6680134A}" dt="2026-03-05T21:06:12.426" v="19" actId="16959"/>
          <ac:spMkLst>
            <pc:docMk/>
            <pc:sldMk cId="483056992" sldId="260"/>
            <ac:spMk id="4" creationId="{69353D18-FEB3-C7F5-EB9D-1A968AADD9B5}"/>
          </ac:spMkLst>
        </pc:spChg>
        <pc:spChg chg="mod">
          <ac:chgData name="Daniele Scanzi" userId="62728386-05dc-46e9-94a0-316b41281921" providerId="ADAL" clId="{8D6CE834-E1DA-4A40-9A07-D00F6680134A}" dt="2026-03-05T21:07:02.127" v="30"/>
          <ac:spMkLst>
            <pc:docMk/>
            <pc:sldMk cId="483056992" sldId="260"/>
            <ac:spMk id="14" creationId="{99C4D207-A03B-43FA-87C5-A6B2E4E3712B}"/>
          </ac:spMkLst>
        </pc:spChg>
        <pc:spChg chg="mod">
          <ac:chgData name="Daniele Scanzi" userId="62728386-05dc-46e9-94a0-316b41281921" providerId="ADAL" clId="{8D6CE834-E1DA-4A40-9A07-D00F6680134A}" dt="2026-03-05T21:07:45.553" v="38"/>
          <ac:spMkLst>
            <pc:docMk/>
            <pc:sldMk cId="483056992" sldId="260"/>
            <ac:spMk id="17" creationId="{25584CFA-0871-2D33-F95E-4FA2CABE6F83}"/>
          </ac:spMkLst>
        </pc:spChg>
        <pc:grpChg chg="del">
          <ac:chgData name="Daniele Scanzi" userId="62728386-05dc-46e9-94a0-316b41281921" providerId="ADAL" clId="{8D6CE834-E1DA-4A40-9A07-D00F6680134A}" dt="2026-03-05T21:07:44.961" v="37" actId="478"/>
          <ac:grpSpMkLst>
            <pc:docMk/>
            <pc:sldMk cId="483056992" sldId="260"/>
            <ac:grpSpMk id="8" creationId="{FC7B7279-C249-EEED-E90D-E26472D0A461}"/>
          </ac:grpSpMkLst>
        </pc:grpChg>
        <pc:grpChg chg="del">
          <ac:chgData name="Daniele Scanzi" userId="62728386-05dc-46e9-94a0-316b41281921" providerId="ADAL" clId="{8D6CE834-E1DA-4A40-9A07-D00F6680134A}" dt="2026-03-05T21:07:01.676" v="29" actId="478"/>
          <ac:grpSpMkLst>
            <pc:docMk/>
            <pc:sldMk cId="483056992" sldId="260"/>
            <ac:grpSpMk id="10" creationId="{9FF5A1F0-1BE9-F897-C018-1FE5702CD39C}"/>
          </ac:grpSpMkLst>
        </pc:grpChg>
        <pc:grpChg chg="add mod">
          <ac:chgData name="Daniele Scanzi" userId="62728386-05dc-46e9-94a0-316b41281921" providerId="ADAL" clId="{8D6CE834-E1DA-4A40-9A07-D00F6680134A}" dt="2026-03-05T21:07:02.127" v="30"/>
          <ac:grpSpMkLst>
            <pc:docMk/>
            <pc:sldMk cId="483056992" sldId="260"/>
            <ac:grpSpMk id="13" creationId="{D56BD673-405C-E4D9-27BB-F755A4D32C87}"/>
          </ac:grpSpMkLst>
        </pc:grpChg>
        <pc:grpChg chg="add mod">
          <ac:chgData name="Daniele Scanzi" userId="62728386-05dc-46e9-94a0-316b41281921" providerId="ADAL" clId="{8D6CE834-E1DA-4A40-9A07-D00F6680134A}" dt="2026-03-05T21:07:45.553" v="38"/>
          <ac:grpSpMkLst>
            <pc:docMk/>
            <pc:sldMk cId="483056992" sldId="260"/>
            <ac:grpSpMk id="16" creationId="{CE6F3AB8-3F38-A152-8C0C-799DA1F141AD}"/>
          </ac:grpSpMkLst>
        </pc:grpChg>
        <pc:cxnChg chg="mod">
          <ac:chgData name="Daniele Scanzi" userId="62728386-05dc-46e9-94a0-316b41281921" providerId="ADAL" clId="{8D6CE834-E1DA-4A40-9A07-D00F6680134A}" dt="2026-03-05T21:07:44.961" v="37" actId="478"/>
          <ac:cxnSpMkLst>
            <pc:docMk/>
            <pc:sldMk cId="483056992" sldId="260"/>
            <ac:cxnSpMk id="5" creationId="{7FD48C20-CD22-4C11-DDEE-CCC998280183}"/>
          </ac:cxnSpMkLst>
        </pc:cxnChg>
        <pc:cxnChg chg="mod">
          <ac:chgData name="Daniele Scanzi" userId="62728386-05dc-46e9-94a0-316b41281921" providerId="ADAL" clId="{8D6CE834-E1DA-4A40-9A07-D00F6680134A}" dt="2026-03-05T21:07:01.676" v="29" actId="478"/>
          <ac:cxnSpMkLst>
            <pc:docMk/>
            <pc:sldMk cId="483056992" sldId="260"/>
            <ac:cxnSpMk id="7" creationId="{CE20BFB5-BA0A-DA1E-CE10-7E3E30D3C572}"/>
          </ac:cxnSpMkLst>
        </pc:cxnChg>
        <pc:cxnChg chg="mod">
          <ac:chgData name="Daniele Scanzi" userId="62728386-05dc-46e9-94a0-316b41281921" providerId="ADAL" clId="{8D6CE834-E1DA-4A40-9A07-D00F6680134A}" dt="2026-03-05T21:07:02.127" v="30"/>
          <ac:cxnSpMkLst>
            <pc:docMk/>
            <pc:sldMk cId="483056992" sldId="260"/>
            <ac:cxnSpMk id="15" creationId="{1F81C598-F696-84A1-999F-EAF689A1F7F5}"/>
          </ac:cxnSpMkLst>
        </pc:cxnChg>
        <pc:cxnChg chg="mod">
          <ac:chgData name="Daniele Scanzi" userId="62728386-05dc-46e9-94a0-316b41281921" providerId="ADAL" clId="{8D6CE834-E1DA-4A40-9A07-D00F6680134A}" dt="2026-03-05T21:07:45.553" v="38"/>
          <ac:cxnSpMkLst>
            <pc:docMk/>
            <pc:sldMk cId="483056992" sldId="260"/>
            <ac:cxnSpMk id="18" creationId="{F38F280C-CE92-1BC9-AA6A-62CAD099D76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335E-2B38-1163-9FD8-0587BF9E1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5C630-1181-74FC-3090-7E17829C8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239CF-911F-A19E-9F83-EBC23C933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B1FE-F0E3-51D2-4215-98F661E8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1AEC0-6DE5-231C-E1C4-9E865281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000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CB6-B758-A4ED-F45D-355B3A50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C301F-E419-519A-FDE3-42D7BD0C8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C8891-EB97-368E-261E-CD770E5E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80F64-A344-C37F-87B6-BB5DC648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AED99-7D57-74FC-1970-0E08D19FA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23529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1861-BB64-AEB6-5AB4-A444CF615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8852C-31E3-2061-7550-617A3A8FE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2E37D-F80C-D2D6-962A-2250A9A1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3DAE4-0C94-6AAD-4BDD-107D1C80D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84549-B58E-80A7-6DA6-012E1170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76511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8497-02E9-9335-136B-D08FE128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95F3E-F6FF-67DC-D105-F47E881C8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08CC2F-6BD6-EC5D-2DCA-3D1F1BA3D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9BD66-8573-1F75-238B-E72F70974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0E588-C9CB-13F6-9616-29B77BBBD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A0EBA-0867-89A4-CBA3-B42F4662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9731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A28A-4957-9B4D-C504-5918F1BB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3488-9E6B-3954-9E82-129A803E4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93AC9-EC4A-3A78-ADB6-7E445496E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FBA5F4-A31F-01AF-3646-97A31A25E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04859-7B64-B3A3-0D9A-47E6CEEC4D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0AC840-9292-9F10-4B44-1C4D5E13C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4CE92-E1B0-F782-2EDB-9236AB5C0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03745-B0AE-3A42-6C17-FE16DB736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0234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9FF9-8920-57D2-7B7E-3249252B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23BF2-CD6D-DA6C-4FFB-299F3BFE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BE3FD-01E7-6FE6-35C3-457181FD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9291A-E0AE-3D45-FEA6-B54950DA6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0457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292410-96FE-4F0A-F636-85ECF3DDA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62557-6594-06A9-A0BC-34436953E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77124-5118-B1CA-341A-C19322DE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05381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A64D-1BD2-031F-A7B9-B3710A40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E977-DFF1-3C4C-BAEB-46C653651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2F40F-1BD3-ED67-1B48-C612B7AED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1E102-8EA4-68B9-0B1A-4DFF4D21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D37F8-DEA8-C932-CDED-43078DA0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E0E0-DD60-036F-6F65-3201A3C3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0884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44CE-8A6F-96CC-3A3F-B61FC15E3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4D8BDF-DABE-6D6F-CA28-86F341EE0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5A5C0-0115-384E-13C6-17830EE11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9DED-F7E4-6AB1-ADA2-9A585241A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CFDA8-9203-AAAE-86EB-18758D16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1B735-DB0F-4013-940C-BCD18F13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1765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95B8-DC5E-8F6C-67A6-D17B01CC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4D0FD-47DB-4B6C-3740-8654C2047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A148C-D974-E6E2-0C8E-5A96C45DA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16E4-9929-51F7-5F38-CDC93C01A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60C9C-5E03-3BF0-35E1-07419585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836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6E7649-2EFE-E680-FB67-385861618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C0AD7-5674-EF82-43BE-4EB3B446A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C08F-E73A-E25A-B525-E9581D9F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234CB-F48C-47B9-5B1D-AB4D7E6D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5A752-13D3-1A29-1BD4-275D0EF7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37168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68BAD-A1B0-647A-168A-F329B4DF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C8356-6A27-4483-E361-6B3663178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9E9E4-5FE6-42DB-C284-FE3441AB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A9473-88AB-4A07-B12C-22B44C02192F}" type="datetimeFigureOut">
              <a:rPr lang="en-NZ" smtClean="0"/>
              <a:t>6/03/2026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1CEF-6DCA-D742-69B7-B5F381594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17558-0AFC-F75E-76DD-C108298B5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CDE62-1717-4753-89B7-4B55ED598C9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0715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92D3-0E53-E96D-D818-366ADB100B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Z" dirty="0">
                <a:solidFill>
                  <a:schemeClr val="bg1"/>
                </a:solidFill>
              </a:rPr>
              <a:t>BAYESIAN MODELS</a:t>
            </a:r>
          </a:p>
        </p:txBody>
      </p:sp>
    </p:spTree>
    <p:extLst>
      <p:ext uri="{BB962C8B-B14F-4D97-AF65-F5344CB8AC3E}">
        <p14:creationId xmlns:p14="http://schemas.microsoft.com/office/powerpoint/2010/main" val="187053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2DA96E-DC15-4DCA-BB63-F97109090178}"/>
                  </a:ext>
                </a:extLst>
              </p:cNvPr>
              <p:cNvSpPr txBox="1"/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Z" sz="7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sz="7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NZ" sz="7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7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12DA96E-DC15-4DCA-BB63-F97109090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0095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DCC7-4C1F-82DE-088F-8FB9FB25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3F5136-9A32-AA6C-FC45-00D407DA56D2}"/>
                  </a:ext>
                </a:extLst>
              </p:cNvPr>
              <p:cNvSpPr txBox="1"/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Z" sz="72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sz="7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NZ" sz="7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7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E3F5136-9A32-AA6C-FC45-00D407DA5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73052488-7635-1A9E-9D06-423EED7CD155}"/>
              </a:ext>
            </a:extLst>
          </p:cNvPr>
          <p:cNvGrpSpPr/>
          <p:nvPr/>
        </p:nvGrpSpPr>
        <p:grpSpPr>
          <a:xfrm>
            <a:off x="1572784" y="3502152"/>
            <a:ext cx="2542016" cy="1896380"/>
            <a:chOff x="1572784" y="3502152"/>
            <a:chExt cx="2542016" cy="189638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AE802D8-18FA-18E7-7B4E-AC9C9E9BC5FF}"/>
                </a:ext>
              </a:extLst>
            </p:cNvPr>
            <p:cNvSpPr txBox="1"/>
            <p:nvPr/>
          </p:nvSpPr>
          <p:spPr>
            <a:xfrm>
              <a:off x="1572784" y="5029200"/>
              <a:ext cx="195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accent2">
                      <a:lumMod val="75000"/>
                    </a:schemeClr>
                  </a:solidFill>
                </a:rPr>
                <a:t>OBSERVED DATA</a:t>
              </a:r>
            </a:p>
          </p:txBody>
        </p:sp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4A676217-FFEC-2914-E097-6AB5DE5C97E7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 rot="10800000" flipV="1">
              <a:off x="2551192" y="3502152"/>
              <a:ext cx="1563608" cy="1527048"/>
            </a:xfrm>
            <a:prstGeom prst="curvedConnector2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68877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CA1F-CA46-34F3-BDD1-615BF5A4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6B9C73-4B34-691F-475B-EF86C07D2E48}"/>
                  </a:ext>
                </a:extLst>
              </p:cNvPr>
              <p:cNvSpPr txBox="1"/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Z" sz="72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sz="7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NZ" sz="7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NZ" sz="72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7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6B9C73-4B34-691F-475B-EF86C07D2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67744064-451B-A1A6-40B3-7061F647A68A}"/>
              </a:ext>
            </a:extLst>
          </p:cNvPr>
          <p:cNvGrpSpPr/>
          <p:nvPr/>
        </p:nvGrpSpPr>
        <p:grpSpPr>
          <a:xfrm>
            <a:off x="4187952" y="1088136"/>
            <a:ext cx="1572768" cy="1874520"/>
            <a:chOff x="4187952" y="1088136"/>
            <a:chExt cx="1572768" cy="187452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182FA5-36CD-4F48-A547-9BABBF672ACC}"/>
                </a:ext>
              </a:extLst>
            </p:cNvPr>
            <p:cNvSpPr txBox="1"/>
            <p:nvPr/>
          </p:nvSpPr>
          <p:spPr>
            <a:xfrm>
              <a:off x="4187952" y="1088136"/>
              <a:ext cx="15727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LIKELIHOOD</a:t>
              </a:r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D085883F-E39F-5874-BFCA-A589DBFA5B14}"/>
                </a:ext>
              </a:extLst>
            </p:cNvPr>
            <p:cNvCxnSpPr>
              <a:cxnSpLocks/>
              <a:endCxn id="3" idx="2"/>
            </p:cNvCxnSpPr>
            <p:nvPr/>
          </p:nvCxnSpPr>
          <p:spPr>
            <a:xfrm rot="16200000" flipV="1">
              <a:off x="4555498" y="1876306"/>
              <a:ext cx="1505188" cy="667512"/>
            </a:xfrm>
            <a:prstGeom prst="curvedConnector3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381BE6-31CB-1748-66C0-92EB11DF302C}"/>
              </a:ext>
            </a:extLst>
          </p:cNvPr>
          <p:cNvGrpSpPr/>
          <p:nvPr/>
        </p:nvGrpSpPr>
        <p:grpSpPr>
          <a:xfrm>
            <a:off x="1572784" y="3502152"/>
            <a:ext cx="2542016" cy="1896380"/>
            <a:chOff x="1572784" y="3502152"/>
            <a:chExt cx="2542016" cy="189638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A9798B-E650-FF13-0EAE-554B53900EB6}"/>
                </a:ext>
              </a:extLst>
            </p:cNvPr>
            <p:cNvSpPr txBox="1"/>
            <p:nvPr/>
          </p:nvSpPr>
          <p:spPr>
            <a:xfrm>
              <a:off x="1572784" y="5029200"/>
              <a:ext cx="195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accent2">
                      <a:lumMod val="75000"/>
                    </a:schemeClr>
                  </a:solidFill>
                </a:rPr>
                <a:t>OBSERVED DATA</a:t>
              </a:r>
            </a:p>
          </p:txBody>
        </p: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75B1296B-E4AF-41E3-707B-D04797F6807B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rot="10800000" flipV="1">
              <a:off x="2551192" y="3502152"/>
              <a:ext cx="1563608" cy="1527048"/>
            </a:xfrm>
            <a:prstGeom prst="curvedConnector2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57194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C232-D2D7-1437-6B30-A034900D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353D18-FEB3-C7F5-EB9D-1A968AADD9B5}"/>
                  </a:ext>
                </a:extLst>
              </p:cNvPr>
              <p:cNvSpPr txBox="1"/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Z" sz="720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Z" sz="7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acc>
                      <m:r>
                        <a:rPr lang="en-NZ" sz="7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NZ" sz="72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NZ" sz="72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NZ" sz="72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NZ" sz="7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Z" sz="72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9353D18-FEB3-C7F5-EB9D-1A968AADD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808" y="2860062"/>
                <a:ext cx="8662384" cy="11378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1995F464-A2CA-FCD2-BF20-E111C9B09BC7}"/>
              </a:ext>
            </a:extLst>
          </p:cNvPr>
          <p:cNvGrpSpPr/>
          <p:nvPr/>
        </p:nvGrpSpPr>
        <p:grpSpPr>
          <a:xfrm>
            <a:off x="7388352" y="3931920"/>
            <a:ext cx="2755378" cy="1399032"/>
            <a:chOff x="7388352" y="3931920"/>
            <a:chExt cx="2755378" cy="139903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31C825-82BC-1298-2968-01B4647F33C8}"/>
                </a:ext>
              </a:extLst>
            </p:cNvPr>
            <p:cNvSpPr txBox="1"/>
            <p:nvPr/>
          </p:nvSpPr>
          <p:spPr>
            <a:xfrm>
              <a:off x="8561818" y="4961620"/>
              <a:ext cx="15819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PARAMETERS</a:t>
              </a:r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956BEA45-43BC-030D-0FD4-A445CE40DB6E}"/>
                </a:ext>
              </a:extLst>
            </p:cNvPr>
            <p:cNvCxnSpPr>
              <a:endCxn id="6" idx="0"/>
            </p:cNvCxnSpPr>
            <p:nvPr/>
          </p:nvCxnSpPr>
          <p:spPr>
            <a:xfrm>
              <a:off x="7388352" y="3931920"/>
              <a:ext cx="1964422" cy="1029700"/>
            </a:xfrm>
            <a:prstGeom prst="curvedConnector2">
              <a:avLst/>
            </a:prstGeom>
            <a:ln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56BD673-405C-E4D9-27BB-F755A4D32C87}"/>
              </a:ext>
            </a:extLst>
          </p:cNvPr>
          <p:cNvGrpSpPr/>
          <p:nvPr/>
        </p:nvGrpSpPr>
        <p:grpSpPr>
          <a:xfrm>
            <a:off x="4187952" y="1088136"/>
            <a:ext cx="1572768" cy="1874520"/>
            <a:chOff x="4187952" y="1088136"/>
            <a:chExt cx="1572768" cy="187452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C4D207-A03B-43FA-87C5-A6B2E4E3712B}"/>
                </a:ext>
              </a:extLst>
            </p:cNvPr>
            <p:cNvSpPr txBox="1"/>
            <p:nvPr/>
          </p:nvSpPr>
          <p:spPr>
            <a:xfrm>
              <a:off x="4187952" y="1088136"/>
              <a:ext cx="15727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LIKELIHOOD</a:t>
              </a:r>
            </a:p>
          </p:txBody>
        </p: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1F81C598-F696-84A1-999F-EAF689A1F7F5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rot="16200000" flipV="1">
              <a:off x="4555498" y="1876306"/>
              <a:ext cx="1505188" cy="667512"/>
            </a:xfrm>
            <a:prstGeom prst="curvedConnector3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6F3AB8-3F38-A152-8C0C-799DA1F141AD}"/>
              </a:ext>
            </a:extLst>
          </p:cNvPr>
          <p:cNvGrpSpPr/>
          <p:nvPr/>
        </p:nvGrpSpPr>
        <p:grpSpPr>
          <a:xfrm>
            <a:off x="1572784" y="3502152"/>
            <a:ext cx="2542016" cy="1896380"/>
            <a:chOff x="1572784" y="3502152"/>
            <a:chExt cx="2542016" cy="189638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5584CFA-0871-2D33-F95E-4FA2CABE6F83}"/>
                </a:ext>
              </a:extLst>
            </p:cNvPr>
            <p:cNvSpPr txBox="1"/>
            <p:nvPr/>
          </p:nvSpPr>
          <p:spPr>
            <a:xfrm>
              <a:off x="1572784" y="5029200"/>
              <a:ext cx="19568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>
                  <a:solidFill>
                    <a:schemeClr val="accent2">
                      <a:lumMod val="75000"/>
                    </a:schemeClr>
                  </a:solidFill>
                </a:rPr>
                <a:t>OBSERVED DATA</a:t>
              </a:r>
            </a:p>
          </p:txBody>
        </p:sp>
        <p:cxnSp>
          <p:nvCxnSpPr>
            <p:cNvPr id="18" name="Connector: Curved 17">
              <a:extLst>
                <a:ext uri="{FF2B5EF4-FFF2-40B4-BE49-F238E27FC236}">
                  <a16:creationId xmlns:a16="http://schemas.microsoft.com/office/drawing/2014/main" id="{F38F280C-CE92-1BC9-AA6A-62CAD099D762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 rot="10800000" flipV="1">
              <a:off x="2551192" y="3502152"/>
              <a:ext cx="1563608" cy="1527048"/>
            </a:xfrm>
            <a:prstGeom prst="curvedConnector2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3056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1b36e95-0d50-42e9-958f-b63fa906beaa}" enabled="0" method="" siteId="{d1b36e95-0d50-42e9-958f-b63fa906be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 Theme</vt:lpstr>
      <vt:lpstr>BAYESIAN MODELS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Scanzi</dc:creator>
  <cp:lastModifiedBy>Daniele Scanzi</cp:lastModifiedBy>
  <cp:revision>1</cp:revision>
  <dcterms:created xsi:type="dcterms:W3CDTF">2026-03-05T20:59:01Z</dcterms:created>
  <dcterms:modified xsi:type="dcterms:W3CDTF">2026-03-05T21:07:46Z</dcterms:modified>
</cp:coreProperties>
</file>